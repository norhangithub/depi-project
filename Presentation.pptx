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81" r:id="rId4"/>
    <p:sldMasterId id="2147483682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y="5143500" cx="9144000"/>
  <p:notesSz cx="6858000" cy="9144000"/>
  <p:embeddedFontLst>
    <p:embeddedFont>
      <p:font typeface="Raleway"/>
      <p:regular r:id="rId22"/>
      <p:bold r:id="rId23"/>
      <p:italic r:id="rId24"/>
      <p:boldItalic r:id="rId25"/>
    </p:embeddedFont>
    <p:embeddedFont>
      <p:font typeface="VT323"/>
      <p:regular r:id="rId26"/>
    </p:embeddedFont>
    <p:embeddedFont>
      <p:font typeface="Roboto Mono"/>
      <p:regular r:id="rId27"/>
      <p:bold r:id="rId28"/>
      <p:italic r:id="rId29"/>
      <p:boldItalic r:id="rId3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font" Target="fonts/Raleway-regular.fntdata"/><Relationship Id="rId21" Type="http://schemas.openxmlformats.org/officeDocument/2006/relationships/slide" Target="slides/slide15.xml"/><Relationship Id="rId24" Type="http://schemas.openxmlformats.org/officeDocument/2006/relationships/font" Target="fonts/Raleway-italic.fntdata"/><Relationship Id="rId23" Type="http://schemas.openxmlformats.org/officeDocument/2006/relationships/font" Target="fonts/Raleway-bold.fntdata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26" Type="http://schemas.openxmlformats.org/officeDocument/2006/relationships/font" Target="fonts/VT323-regular.fntdata"/><Relationship Id="rId25" Type="http://schemas.openxmlformats.org/officeDocument/2006/relationships/font" Target="fonts/Raleway-boldItalic.fntdata"/><Relationship Id="rId28" Type="http://schemas.openxmlformats.org/officeDocument/2006/relationships/font" Target="fonts/RobotoMono-bold.fntdata"/><Relationship Id="rId27" Type="http://schemas.openxmlformats.org/officeDocument/2006/relationships/font" Target="fonts/RobotoMono-regular.fntdata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29" Type="http://schemas.openxmlformats.org/officeDocument/2006/relationships/font" Target="fonts/RobotoMono-italic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0" Type="http://schemas.openxmlformats.org/officeDocument/2006/relationships/font" Target="fonts/RobotoMono-boldItalic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3aa1ed59cc8_6_15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1" name="Google Shape;211;g3aa1ed59cc8_6_1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3aa1ed59cc8_0_562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8" name="Google Shape;218;g3aa1ed59cc8_0_56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g3aa1ed59cc8_6_17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1" name="Google Shape;231;g3aa1ed59cc8_6_1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g3aa1ed59cc8_10_6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6" name="Google Shape;246;g3aa1ed59cc8_10_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g3aa1ed59cc8_1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7" name="Google Shape;257;g3aa1ed59cc8_1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g3aa1ed59cc8_6_2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3" name="Google Shape;263;g3aa1ed59cc8_6_2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g3aa1ed59cc8_10_7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9" name="Google Shape;269;g3aa1ed59cc8_10_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g3aa1ed59cc8_6_2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0" name="Google Shape;280;g3aa1ed59cc8_6_2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g3aa79dd320a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3" name="Google Shape;293;g3aa79dd320a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g3aa1ed59cc8_10_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1" name="Google Shape;301;g3aa1ed59cc8_10_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g3aa1ed59cc8_10_1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7" name="Google Shape;307;g3aa1ed59cc8_10_1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g3aa1ed59cc8_6_2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4" name="Google Shape;314;g3aa1ed59cc8_6_2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g3aa1ed59cc8_10_5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9" name="Google Shape;349;g3aa1ed59cc8_10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g3aa1ed59cc8_6_2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0" name="Google Shape;360;g3aa1ed59cc8_6_2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g3aa79dd320a_1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6" name="Google Shape;366;g3aa79dd320a_1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7.png"/><Relationship Id="rId3" Type="http://schemas.openxmlformats.org/officeDocument/2006/relationships/image" Target="../media/image1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7.png"/><Relationship Id="rId3" Type="http://schemas.openxmlformats.org/officeDocument/2006/relationships/image" Target="../media/image1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7.png"/><Relationship Id="rId3" Type="http://schemas.openxmlformats.org/officeDocument/2006/relationships/image" Target="../media/image1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7.png"/><Relationship Id="rId3" Type="http://schemas.openxmlformats.org/officeDocument/2006/relationships/image" Target="../media/image1.png"/><Relationship Id="rId4" Type="http://schemas.openxmlformats.org/officeDocument/2006/relationships/image" Target="../media/image3.png"/><Relationship Id="rId5" Type="http://schemas.openxmlformats.org/officeDocument/2006/relationships/image" Target="../media/image5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7.png"/><Relationship Id="rId3" Type="http://schemas.openxmlformats.org/officeDocument/2006/relationships/image" Target="../media/image1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7.png"/><Relationship Id="rId3" Type="http://schemas.openxmlformats.org/officeDocument/2006/relationships/image" Target="../media/image1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7.png"/><Relationship Id="rId3" Type="http://schemas.openxmlformats.org/officeDocument/2006/relationships/image" Target="../media/image1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7.png"/><Relationship Id="rId3" Type="http://schemas.openxmlformats.org/officeDocument/2006/relationships/image" Target="../media/image1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7.png"/><Relationship Id="rId3" Type="http://schemas.openxmlformats.org/officeDocument/2006/relationships/image" Target="../media/image1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7.png"/><Relationship Id="rId3" Type="http://schemas.openxmlformats.org/officeDocument/2006/relationships/image" Target="../media/image1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7.png"/><Relationship Id="rId3" Type="http://schemas.openxmlformats.org/officeDocument/2006/relationships/image" Target="../media/image1.png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7.png"/><Relationship Id="rId3" Type="http://schemas.openxmlformats.org/officeDocument/2006/relationships/image" Target="../media/image1.pn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7.png"/><Relationship Id="rId3" Type="http://schemas.openxmlformats.org/officeDocument/2006/relationships/image" Target="../media/image1.png"/><Relationship Id="rId4" Type="http://schemas.openxmlformats.org/officeDocument/2006/relationships/image" Target="../media/image4.png"/><Relationship Id="rId5" Type="http://schemas.openxmlformats.org/officeDocument/2006/relationships/hyperlink" Target="https://bit.ly/3A1uf1Q" TargetMode="External"/><Relationship Id="rId6" Type="http://schemas.openxmlformats.org/officeDocument/2006/relationships/hyperlink" Target="http://bit.ly/2TtBDfr" TargetMode="Externa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7.png"/><Relationship Id="rId3" Type="http://schemas.openxmlformats.org/officeDocument/2006/relationships/image" Target="../media/image1.png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7.png"/><Relationship Id="rId3" Type="http://schemas.openxmlformats.org/officeDocument/2006/relationships/image" Target="../media/image1.png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7.png"/><Relationship Id="rId3" Type="http://schemas.openxmlformats.org/officeDocument/2006/relationships/image" Target="../media/image1.png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7.png"/><Relationship Id="rId3" Type="http://schemas.openxmlformats.org/officeDocument/2006/relationships/image" Target="../media/image1.png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7.png"/><Relationship Id="rId3" Type="http://schemas.openxmlformats.org/officeDocument/2006/relationships/image" Target="../media/image1.png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7.png"/><Relationship Id="rId3" Type="http://schemas.openxmlformats.org/officeDocument/2006/relationships/image" Target="../media/image1.png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7.png"/><Relationship Id="rId3" Type="http://schemas.openxmlformats.org/officeDocument/2006/relationships/image" Target="../media/image1.png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4" name="Google Shape;54;p14"/>
          <p:cNvGrpSpPr/>
          <p:nvPr/>
        </p:nvGrpSpPr>
        <p:grpSpPr>
          <a:xfrm>
            <a:off x="84988" y="78599"/>
            <a:ext cx="8974027" cy="4925051"/>
            <a:chOff x="84988" y="78599"/>
            <a:chExt cx="8974027" cy="4925051"/>
          </a:xfrm>
        </p:grpSpPr>
        <p:pic>
          <p:nvPicPr>
            <p:cNvPr id="55" name="Google Shape;55;p14" title="Sin título-7.png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84988" y="78599"/>
              <a:ext cx="8974027" cy="492505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6" name="Google Shape;56;p14" title="Sin título-2.png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270400" y="196675"/>
              <a:ext cx="8645002" cy="308147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57" name="Google Shape;57;p14"/>
          <p:cNvSpPr/>
          <p:nvPr>
            <p:ph idx="2" type="pic"/>
          </p:nvPr>
        </p:nvSpPr>
        <p:spPr>
          <a:xfrm>
            <a:off x="5805375" y="1317075"/>
            <a:ext cx="2831700" cy="2648100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8" name="Google Shape;58;p14"/>
          <p:cNvSpPr txBox="1"/>
          <p:nvPr>
            <p:ph type="ctrTitle"/>
          </p:nvPr>
        </p:nvSpPr>
        <p:spPr>
          <a:xfrm>
            <a:off x="606800" y="849600"/>
            <a:ext cx="5060700" cy="246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/>
        </p:txBody>
      </p:sp>
      <p:sp>
        <p:nvSpPr>
          <p:cNvPr id="59" name="Google Shape;59;p14"/>
          <p:cNvSpPr txBox="1"/>
          <p:nvPr>
            <p:ph idx="1" type="subTitle"/>
          </p:nvPr>
        </p:nvSpPr>
        <p:spPr>
          <a:xfrm>
            <a:off x="606800" y="3364900"/>
            <a:ext cx="4351500" cy="11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60" name="Google Shape;60;p14" title="Sin título-2.png"/>
          <p:cNvPicPr preferRelativeResize="0"/>
          <p:nvPr/>
        </p:nvPicPr>
        <p:blipFill rotWithShape="1">
          <a:blip r:embed="rId3">
            <a:alphaModFix/>
          </a:blip>
          <a:srcRect b="0" l="61982" r="0" t="0"/>
          <a:stretch/>
        </p:blipFill>
        <p:spPr>
          <a:xfrm>
            <a:off x="5805376" y="1051575"/>
            <a:ext cx="2831677" cy="2655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BLANK_1_1_1_1_2_1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" name="Google Shape;62;p15" title="Sin título-7.png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4988" y="78599"/>
            <a:ext cx="8974027" cy="4925051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Google Shape;63;p15"/>
          <p:cNvSpPr txBox="1"/>
          <p:nvPr>
            <p:ph type="title"/>
          </p:nvPr>
        </p:nvSpPr>
        <p:spPr>
          <a:xfrm>
            <a:off x="341850" y="654800"/>
            <a:ext cx="8453400" cy="60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64" name="Google Shape;64;p15"/>
          <p:cNvSpPr txBox="1"/>
          <p:nvPr>
            <p:ph idx="1" type="subTitle"/>
          </p:nvPr>
        </p:nvSpPr>
        <p:spPr>
          <a:xfrm>
            <a:off x="1107250" y="1796625"/>
            <a:ext cx="2799900" cy="53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sz="2300">
                <a:latin typeface="VT323"/>
                <a:ea typeface="VT323"/>
                <a:cs typeface="VT323"/>
                <a:sym typeface="VT323"/>
              </a:defRPr>
            </a:lvl1pPr>
            <a:lvl2pPr lvl="1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2pPr>
            <a:lvl3pPr lvl="2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3pPr>
            <a:lvl4pPr lvl="3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4pPr>
            <a:lvl5pPr lvl="4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5pPr>
            <a:lvl6pPr lvl="5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6pPr>
            <a:lvl7pPr lvl="6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7pPr>
            <a:lvl8pPr lvl="7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8pPr>
            <a:lvl9pPr lvl="8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65" name="Google Shape;65;p15"/>
          <p:cNvSpPr txBox="1"/>
          <p:nvPr>
            <p:ph idx="2" type="subTitle"/>
          </p:nvPr>
        </p:nvSpPr>
        <p:spPr>
          <a:xfrm>
            <a:off x="1107250" y="2442833"/>
            <a:ext cx="2799900" cy="53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sz="2300">
                <a:latin typeface="VT323"/>
                <a:ea typeface="VT323"/>
                <a:cs typeface="VT323"/>
                <a:sym typeface="VT323"/>
              </a:defRPr>
            </a:lvl1pPr>
            <a:lvl2pPr lvl="1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2pPr>
            <a:lvl3pPr lvl="2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3pPr>
            <a:lvl4pPr lvl="3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4pPr>
            <a:lvl5pPr lvl="4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5pPr>
            <a:lvl6pPr lvl="5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6pPr>
            <a:lvl7pPr lvl="6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7pPr>
            <a:lvl8pPr lvl="7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8pPr>
            <a:lvl9pPr lvl="8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66" name="Google Shape;66;p15"/>
          <p:cNvSpPr txBox="1"/>
          <p:nvPr>
            <p:ph idx="3" type="subTitle"/>
          </p:nvPr>
        </p:nvSpPr>
        <p:spPr>
          <a:xfrm>
            <a:off x="1107250" y="3089042"/>
            <a:ext cx="2799900" cy="53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sz="2300">
                <a:latin typeface="VT323"/>
                <a:ea typeface="VT323"/>
                <a:cs typeface="VT323"/>
                <a:sym typeface="VT323"/>
              </a:defRPr>
            </a:lvl1pPr>
            <a:lvl2pPr lvl="1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2pPr>
            <a:lvl3pPr lvl="2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3pPr>
            <a:lvl4pPr lvl="3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4pPr>
            <a:lvl5pPr lvl="4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5pPr>
            <a:lvl6pPr lvl="5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6pPr>
            <a:lvl7pPr lvl="6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7pPr>
            <a:lvl8pPr lvl="7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8pPr>
            <a:lvl9pPr lvl="8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67" name="Google Shape;67;p15"/>
          <p:cNvSpPr txBox="1"/>
          <p:nvPr>
            <p:ph idx="4" type="subTitle"/>
          </p:nvPr>
        </p:nvSpPr>
        <p:spPr>
          <a:xfrm>
            <a:off x="1107250" y="3735250"/>
            <a:ext cx="2799900" cy="53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sz="2300">
                <a:latin typeface="VT323"/>
                <a:ea typeface="VT323"/>
                <a:cs typeface="VT323"/>
                <a:sym typeface="VT323"/>
              </a:defRPr>
            </a:lvl1pPr>
            <a:lvl2pPr lvl="1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2pPr>
            <a:lvl3pPr lvl="2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3pPr>
            <a:lvl4pPr lvl="3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4pPr>
            <a:lvl5pPr lvl="4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5pPr>
            <a:lvl6pPr lvl="5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6pPr>
            <a:lvl7pPr lvl="6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7pPr>
            <a:lvl8pPr lvl="7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8pPr>
            <a:lvl9pPr lvl="8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68" name="Google Shape;68;p15"/>
          <p:cNvSpPr txBox="1"/>
          <p:nvPr>
            <p:ph idx="5" type="subTitle"/>
          </p:nvPr>
        </p:nvSpPr>
        <p:spPr>
          <a:xfrm>
            <a:off x="4851600" y="1796625"/>
            <a:ext cx="2799900" cy="53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sz="2300">
                <a:latin typeface="VT323"/>
                <a:ea typeface="VT323"/>
                <a:cs typeface="VT323"/>
                <a:sym typeface="VT323"/>
              </a:defRPr>
            </a:lvl1pPr>
            <a:lvl2pPr lvl="1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2pPr>
            <a:lvl3pPr lvl="2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3pPr>
            <a:lvl4pPr lvl="3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4pPr>
            <a:lvl5pPr lvl="4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5pPr>
            <a:lvl6pPr lvl="5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6pPr>
            <a:lvl7pPr lvl="6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7pPr>
            <a:lvl8pPr lvl="7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8pPr>
            <a:lvl9pPr lvl="8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69" name="Google Shape;69;p15"/>
          <p:cNvSpPr txBox="1"/>
          <p:nvPr>
            <p:ph idx="6" type="subTitle"/>
          </p:nvPr>
        </p:nvSpPr>
        <p:spPr>
          <a:xfrm>
            <a:off x="4851600" y="2442831"/>
            <a:ext cx="2799900" cy="53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sz="2300">
                <a:latin typeface="VT323"/>
                <a:ea typeface="VT323"/>
                <a:cs typeface="VT323"/>
                <a:sym typeface="VT323"/>
              </a:defRPr>
            </a:lvl1pPr>
            <a:lvl2pPr lvl="1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2pPr>
            <a:lvl3pPr lvl="2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3pPr>
            <a:lvl4pPr lvl="3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4pPr>
            <a:lvl5pPr lvl="4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5pPr>
            <a:lvl6pPr lvl="5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6pPr>
            <a:lvl7pPr lvl="6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7pPr>
            <a:lvl8pPr lvl="7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8pPr>
            <a:lvl9pPr lvl="8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0" name="Google Shape;70;p15"/>
          <p:cNvSpPr txBox="1"/>
          <p:nvPr>
            <p:ph idx="7" type="subTitle"/>
          </p:nvPr>
        </p:nvSpPr>
        <p:spPr>
          <a:xfrm>
            <a:off x="4851600" y="3089037"/>
            <a:ext cx="2799900" cy="53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sz="2300">
                <a:latin typeface="VT323"/>
                <a:ea typeface="VT323"/>
                <a:cs typeface="VT323"/>
                <a:sym typeface="VT323"/>
              </a:defRPr>
            </a:lvl1pPr>
            <a:lvl2pPr lvl="1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2pPr>
            <a:lvl3pPr lvl="2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3pPr>
            <a:lvl4pPr lvl="3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4pPr>
            <a:lvl5pPr lvl="4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5pPr>
            <a:lvl6pPr lvl="5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6pPr>
            <a:lvl7pPr lvl="6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7pPr>
            <a:lvl8pPr lvl="7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8pPr>
            <a:lvl9pPr lvl="8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1" name="Google Shape;71;p15"/>
          <p:cNvSpPr txBox="1"/>
          <p:nvPr>
            <p:ph idx="8" type="subTitle"/>
          </p:nvPr>
        </p:nvSpPr>
        <p:spPr>
          <a:xfrm>
            <a:off x="4851600" y="3735244"/>
            <a:ext cx="2799900" cy="53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sz="2300">
                <a:latin typeface="VT323"/>
                <a:ea typeface="VT323"/>
                <a:cs typeface="VT323"/>
                <a:sym typeface="VT323"/>
              </a:defRPr>
            </a:lvl1pPr>
            <a:lvl2pPr lvl="1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2pPr>
            <a:lvl3pPr lvl="2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3pPr>
            <a:lvl4pPr lvl="3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4pPr>
            <a:lvl5pPr lvl="4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5pPr>
            <a:lvl6pPr lvl="5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6pPr>
            <a:lvl7pPr lvl="6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7pPr>
            <a:lvl8pPr lvl="7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8pPr>
            <a:lvl9pPr lvl="8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2" name="Google Shape;72;p15"/>
          <p:cNvSpPr txBox="1"/>
          <p:nvPr>
            <p:ph idx="9" type="title"/>
          </p:nvPr>
        </p:nvSpPr>
        <p:spPr>
          <a:xfrm>
            <a:off x="341850" y="3849550"/>
            <a:ext cx="7653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700">
                <a:solidFill>
                  <a:schemeClr val="dk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73" name="Google Shape;73;p15"/>
          <p:cNvSpPr txBox="1"/>
          <p:nvPr>
            <p:ph idx="13" type="title"/>
          </p:nvPr>
        </p:nvSpPr>
        <p:spPr>
          <a:xfrm>
            <a:off x="341850" y="2560850"/>
            <a:ext cx="7653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700">
                <a:solidFill>
                  <a:schemeClr val="dk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74" name="Google Shape;74;p15"/>
          <p:cNvSpPr txBox="1"/>
          <p:nvPr>
            <p:ph idx="14" type="title"/>
          </p:nvPr>
        </p:nvSpPr>
        <p:spPr>
          <a:xfrm>
            <a:off x="342582" y="1916800"/>
            <a:ext cx="764100" cy="31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700">
                <a:solidFill>
                  <a:schemeClr val="dk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/>
        </p:txBody>
      </p:sp>
      <p:sp>
        <p:nvSpPr>
          <p:cNvPr id="75" name="Google Shape;75;p15"/>
          <p:cNvSpPr txBox="1"/>
          <p:nvPr>
            <p:ph idx="15" type="title"/>
          </p:nvPr>
        </p:nvSpPr>
        <p:spPr>
          <a:xfrm>
            <a:off x="341850" y="3205200"/>
            <a:ext cx="7653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700">
                <a:solidFill>
                  <a:schemeClr val="dk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/>
        </p:txBody>
      </p:sp>
      <p:sp>
        <p:nvSpPr>
          <p:cNvPr id="76" name="Google Shape;76;p15"/>
          <p:cNvSpPr txBox="1"/>
          <p:nvPr>
            <p:ph idx="16" type="title"/>
          </p:nvPr>
        </p:nvSpPr>
        <p:spPr>
          <a:xfrm>
            <a:off x="3985789" y="2561048"/>
            <a:ext cx="8658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700">
                <a:solidFill>
                  <a:schemeClr val="dk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77" name="Google Shape;77;p15"/>
          <p:cNvSpPr txBox="1"/>
          <p:nvPr>
            <p:ph idx="17" type="title"/>
          </p:nvPr>
        </p:nvSpPr>
        <p:spPr>
          <a:xfrm>
            <a:off x="3985787" y="3205296"/>
            <a:ext cx="8658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700">
                <a:solidFill>
                  <a:schemeClr val="dk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78" name="Google Shape;78;p15"/>
          <p:cNvSpPr txBox="1"/>
          <p:nvPr>
            <p:ph idx="18" type="title"/>
          </p:nvPr>
        </p:nvSpPr>
        <p:spPr>
          <a:xfrm>
            <a:off x="3985789" y="3849544"/>
            <a:ext cx="8658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700">
                <a:solidFill>
                  <a:schemeClr val="dk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79" name="Google Shape;79;p15"/>
          <p:cNvSpPr txBox="1"/>
          <p:nvPr>
            <p:ph idx="19" type="title"/>
          </p:nvPr>
        </p:nvSpPr>
        <p:spPr>
          <a:xfrm>
            <a:off x="3985789" y="1916800"/>
            <a:ext cx="8658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700">
                <a:solidFill>
                  <a:schemeClr val="dk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/>
        </p:txBody>
      </p:sp>
      <p:pic>
        <p:nvPicPr>
          <p:cNvPr id="80" name="Google Shape;80;p15" title="Sin título-2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0400" y="196675"/>
            <a:ext cx="8645002" cy="3081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1">
  <p:cSld name="ONE_COLUMN_TEXT_1"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" name="Google Shape;82;p16" title="Sin título-7.png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4988" y="78599"/>
            <a:ext cx="8974027" cy="4925051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6"/>
          <p:cNvSpPr txBox="1"/>
          <p:nvPr>
            <p:ph type="title"/>
          </p:nvPr>
        </p:nvSpPr>
        <p:spPr>
          <a:xfrm>
            <a:off x="3789425" y="795800"/>
            <a:ext cx="4547700" cy="125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84" name="Google Shape;84;p16"/>
          <p:cNvSpPr txBox="1"/>
          <p:nvPr>
            <p:ph idx="1" type="body"/>
          </p:nvPr>
        </p:nvSpPr>
        <p:spPr>
          <a:xfrm>
            <a:off x="3789425" y="2229300"/>
            <a:ext cx="4940100" cy="253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5" name="Google Shape;85;p16"/>
          <p:cNvSpPr/>
          <p:nvPr>
            <p:ph idx="2" type="pic"/>
          </p:nvPr>
        </p:nvSpPr>
        <p:spPr>
          <a:xfrm>
            <a:off x="522525" y="1195150"/>
            <a:ext cx="2947200" cy="33414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sp>
      <p:pic>
        <p:nvPicPr>
          <p:cNvPr id="86" name="Google Shape;86;p16" title="Sin título-2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0400" y="196675"/>
            <a:ext cx="8645002" cy="3081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8" name="Google Shape;88;p17"/>
          <p:cNvGrpSpPr/>
          <p:nvPr/>
        </p:nvGrpSpPr>
        <p:grpSpPr>
          <a:xfrm>
            <a:off x="84988" y="78599"/>
            <a:ext cx="8974027" cy="4925051"/>
            <a:chOff x="84988" y="78599"/>
            <a:chExt cx="8974027" cy="4925051"/>
          </a:xfrm>
        </p:grpSpPr>
        <p:pic>
          <p:nvPicPr>
            <p:cNvPr id="89" name="Google Shape;89;p17" title="Sin título-7.png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84988" y="78599"/>
              <a:ext cx="8974027" cy="492505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0" name="Google Shape;90;p17" title="Sin título-2.png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270400" y="196675"/>
              <a:ext cx="8645002" cy="308147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91" name="Google Shape;91;p17" title="Sin título-5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233000" y="3371475"/>
            <a:ext cx="5515599" cy="1351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2" name="Google Shape;92;p17" title="Sin título-4.png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55462" y="817950"/>
            <a:ext cx="5399452" cy="3024425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7"/>
          <p:cNvSpPr txBox="1"/>
          <p:nvPr>
            <p:ph type="title"/>
          </p:nvPr>
        </p:nvSpPr>
        <p:spPr>
          <a:xfrm>
            <a:off x="1860500" y="1532500"/>
            <a:ext cx="3459000" cy="152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4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94" name="Google Shape;94;p17"/>
          <p:cNvSpPr txBox="1"/>
          <p:nvPr>
            <p:ph idx="2" type="title"/>
          </p:nvPr>
        </p:nvSpPr>
        <p:spPr>
          <a:xfrm>
            <a:off x="779673" y="1910725"/>
            <a:ext cx="778200" cy="76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5000">
                <a:solidFill>
                  <a:schemeClr val="dk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sp>
        <p:nvSpPr>
          <p:cNvPr id="95" name="Google Shape;95;p17"/>
          <p:cNvSpPr txBox="1"/>
          <p:nvPr>
            <p:ph idx="1" type="subTitle"/>
          </p:nvPr>
        </p:nvSpPr>
        <p:spPr>
          <a:xfrm>
            <a:off x="3465325" y="3918575"/>
            <a:ext cx="5174400" cy="6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6" name="Google Shape;96;p17"/>
          <p:cNvSpPr/>
          <p:nvPr>
            <p:ph idx="3" type="pic"/>
          </p:nvPr>
        </p:nvSpPr>
        <p:spPr>
          <a:xfrm flipH="1">
            <a:off x="6386650" y="947025"/>
            <a:ext cx="2107500" cy="2067600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">
  <p:cSld name="CUSTOM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18" title="Sin título-7.png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4988" y="78599"/>
            <a:ext cx="8974027" cy="4925051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8"/>
          <p:cNvSpPr txBox="1"/>
          <p:nvPr>
            <p:ph type="title"/>
          </p:nvPr>
        </p:nvSpPr>
        <p:spPr>
          <a:xfrm>
            <a:off x="679225" y="794675"/>
            <a:ext cx="7866600" cy="69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4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100" name="Google Shape;100;p18"/>
          <p:cNvSpPr txBox="1"/>
          <p:nvPr>
            <p:ph idx="1" type="subTitle"/>
          </p:nvPr>
        </p:nvSpPr>
        <p:spPr>
          <a:xfrm>
            <a:off x="1522850" y="1816950"/>
            <a:ext cx="6918600" cy="25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01" name="Google Shape;101;p18" title="Sin título-2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0400" y="196675"/>
            <a:ext cx="8645002" cy="3081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" name="Google Shape;103;p19" title="Sin título-7.png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4988" y="78599"/>
            <a:ext cx="8974027" cy="4925051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19"/>
          <p:cNvSpPr txBox="1"/>
          <p:nvPr>
            <p:ph idx="1" type="subTitle"/>
          </p:nvPr>
        </p:nvSpPr>
        <p:spPr>
          <a:xfrm>
            <a:off x="3540003" y="1330738"/>
            <a:ext cx="39414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300">
                <a:latin typeface="VT323"/>
                <a:ea typeface="VT323"/>
                <a:cs typeface="VT323"/>
                <a:sym typeface="VT323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105" name="Google Shape;105;p19"/>
          <p:cNvSpPr txBox="1"/>
          <p:nvPr>
            <p:ph idx="2" type="subTitle"/>
          </p:nvPr>
        </p:nvSpPr>
        <p:spPr>
          <a:xfrm>
            <a:off x="3540003" y="3067776"/>
            <a:ext cx="39414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300">
                <a:latin typeface="VT323"/>
                <a:ea typeface="VT323"/>
                <a:cs typeface="VT323"/>
                <a:sym typeface="VT323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106" name="Google Shape;106;p19"/>
          <p:cNvSpPr txBox="1"/>
          <p:nvPr>
            <p:ph idx="3" type="subTitle"/>
          </p:nvPr>
        </p:nvSpPr>
        <p:spPr>
          <a:xfrm>
            <a:off x="3540003" y="1827236"/>
            <a:ext cx="3941400" cy="116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7" name="Google Shape;107;p19"/>
          <p:cNvSpPr txBox="1"/>
          <p:nvPr>
            <p:ph idx="4" type="subTitle"/>
          </p:nvPr>
        </p:nvSpPr>
        <p:spPr>
          <a:xfrm>
            <a:off x="3540003" y="3564275"/>
            <a:ext cx="3941400" cy="116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8" name="Google Shape;108;p19"/>
          <p:cNvSpPr txBox="1"/>
          <p:nvPr>
            <p:ph type="title"/>
          </p:nvPr>
        </p:nvSpPr>
        <p:spPr>
          <a:xfrm>
            <a:off x="341850" y="654800"/>
            <a:ext cx="8573700" cy="60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pic>
        <p:nvPicPr>
          <p:cNvPr id="109" name="Google Shape;109;p19" title="Sin título-2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0400" y="196675"/>
            <a:ext cx="8645002" cy="3081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">
  <p:cSld name="BLANK_1_1_1_2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1" name="Google Shape;111;p20" title="Sin título-7.png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4988" y="78599"/>
            <a:ext cx="8974027" cy="4925051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20"/>
          <p:cNvSpPr txBox="1"/>
          <p:nvPr>
            <p:ph idx="1" type="subTitle"/>
          </p:nvPr>
        </p:nvSpPr>
        <p:spPr>
          <a:xfrm>
            <a:off x="3145041" y="2118945"/>
            <a:ext cx="2599200" cy="201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3" name="Google Shape;113;p20"/>
          <p:cNvSpPr txBox="1"/>
          <p:nvPr>
            <p:ph idx="2" type="subTitle"/>
          </p:nvPr>
        </p:nvSpPr>
        <p:spPr>
          <a:xfrm>
            <a:off x="341850" y="2118945"/>
            <a:ext cx="2599200" cy="201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4" name="Google Shape;114;p20"/>
          <p:cNvSpPr txBox="1"/>
          <p:nvPr>
            <p:ph idx="3" type="subTitle"/>
          </p:nvPr>
        </p:nvSpPr>
        <p:spPr>
          <a:xfrm>
            <a:off x="5948257" y="2118945"/>
            <a:ext cx="2599200" cy="201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5" name="Google Shape;115;p20"/>
          <p:cNvSpPr txBox="1"/>
          <p:nvPr>
            <p:ph type="title"/>
          </p:nvPr>
        </p:nvSpPr>
        <p:spPr>
          <a:xfrm>
            <a:off x="3144432" y="1706300"/>
            <a:ext cx="6987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300">
                <a:solidFill>
                  <a:schemeClr val="dk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116" name="Google Shape;116;p20"/>
          <p:cNvSpPr txBox="1"/>
          <p:nvPr>
            <p:ph idx="4" type="title"/>
          </p:nvPr>
        </p:nvSpPr>
        <p:spPr>
          <a:xfrm>
            <a:off x="341854" y="1706450"/>
            <a:ext cx="697500" cy="31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300">
                <a:solidFill>
                  <a:schemeClr val="dk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/>
        </p:txBody>
      </p:sp>
      <p:sp>
        <p:nvSpPr>
          <p:cNvPr id="117" name="Google Shape;117;p20"/>
          <p:cNvSpPr txBox="1"/>
          <p:nvPr>
            <p:ph idx="5" type="title"/>
          </p:nvPr>
        </p:nvSpPr>
        <p:spPr>
          <a:xfrm>
            <a:off x="5948295" y="1706300"/>
            <a:ext cx="6987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300">
                <a:solidFill>
                  <a:schemeClr val="dk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/>
        </p:txBody>
      </p:sp>
      <p:sp>
        <p:nvSpPr>
          <p:cNvPr id="118" name="Google Shape;118;p20"/>
          <p:cNvSpPr txBox="1"/>
          <p:nvPr>
            <p:ph idx="6" type="title"/>
          </p:nvPr>
        </p:nvSpPr>
        <p:spPr>
          <a:xfrm>
            <a:off x="341850" y="654800"/>
            <a:ext cx="8249700" cy="60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pic>
        <p:nvPicPr>
          <p:cNvPr id="119" name="Google Shape;119;p20" title="Sin título-2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0400" y="196675"/>
            <a:ext cx="8645002" cy="3081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">
  <p:cSld name="BLANK_1_1_1_1_1"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1" name="Google Shape;121;p21" title="Sin título-7.png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4988" y="78599"/>
            <a:ext cx="8974027" cy="4925051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21"/>
          <p:cNvSpPr txBox="1"/>
          <p:nvPr>
            <p:ph idx="1" type="subTitle"/>
          </p:nvPr>
        </p:nvSpPr>
        <p:spPr>
          <a:xfrm>
            <a:off x="330950" y="1987918"/>
            <a:ext cx="2579400" cy="62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3" name="Google Shape;123;p21"/>
          <p:cNvSpPr txBox="1"/>
          <p:nvPr>
            <p:ph idx="2" type="subTitle"/>
          </p:nvPr>
        </p:nvSpPr>
        <p:spPr>
          <a:xfrm>
            <a:off x="3225884" y="1987918"/>
            <a:ext cx="2579400" cy="62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4" name="Google Shape;124;p21"/>
          <p:cNvSpPr txBox="1"/>
          <p:nvPr>
            <p:ph idx="3" type="subTitle"/>
          </p:nvPr>
        </p:nvSpPr>
        <p:spPr>
          <a:xfrm>
            <a:off x="330950" y="3392225"/>
            <a:ext cx="2579400" cy="62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5" name="Google Shape;125;p21"/>
          <p:cNvSpPr txBox="1"/>
          <p:nvPr>
            <p:ph idx="4" type="subTitle"/>
          </p:nvPr>
        </p:nvSpPr>
        <p:spPr>
          <a:xfrm>
            <a:off x="3225884" y="3392225"/>
            <a:ext cx="2579400" cy="62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6" name="Google Shape;126;p21"/>
          <p:cNvSpPr txBox="1"/>
          <p:nvPr>
            <p:ph idx="5" type="subTitle"/>
          </p:nvPr>
        </p:nvSpPr>
        <p:spPr>
          <a:xfrm>
            <a:off x="6120825" y="1987918"/>
            <a:ext cx="2579400" cy="62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7" name="Google Shape;127;p21"/>
          <p:cNvSpPr txBox="1"/>
          <p:nvPr>
            <p:ph idx="6" type="subTitle"/>
          </p:nvPr>
        </p:nvSpPr>
        <p:spPr>
          <a:xfrm>
            <a:off x="6120825" y="3392225"/>
            <a:ext cx="2579400" cy="62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8" name="Google Shape;128;p21"/>
          <p:cNvSpPr txBox="1"/>
          <p:nvPr>
            <p:ph type="title"/>
          </p:nvPr>
        </p:nvSpPr>
        <p:spPr>
          <a:xfrm>
            <a:off x="341850" y="654800"/>
            <a:ext cx="7704000" cy="60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129" name="Google Shape;129;p21"/>
          <p:cNvSpPr txBox="1"/>
          <p:nvPr>
            <p:ph idx="7" type="title"/>
          </p:nvPr>
        </p:nvSpPr>
        <p:spPr>
          <a:xfrm>
            <a:off x="6132612" y="3071476"/>
            <a:ext cx="25746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3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130" name="Google Shape;130;p21"/>
          <p:cNvSpPr txBox="1"/>
          <p:nvPr>
            <p:ph idx="8" type="title"/>
          </p:nvPr>
        </p:nvSpPr>
        <p:spPr>
          <a:xfrm>
            <a:off x="6132612" y="1677125"/>
            <a:ext cx="25746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3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131" name="Google Shape;131;p21"/>
          <p:cNvSpPr txBox="1"/>
          <p:nvPr>
            <p:ph idx="9" type="title"/>
          </p:nvPr>
        </p:nvSpPr>
        <p:spPr>
          <a:xfrm>
            <a:off x="3239948" y="1677425"/>
            <a:ext cx="2574600" cy="31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3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/>
        </p:txBody>
      </p:sp>
      <p:sp>
        <p:nvSpPr>
          <p:cNvPr id="132" name="Google Shape;132;p21"/>
          <p:cNvSpPr txBox="1"/>
          <p:nvPr>
            <p:ph idx="13" type="title"/>
          </p:nvPr>
        </p:nvSpPr>
        <p:spPr>
          <a:xfrm>
            <a:off x="3237714" y="3071476"/>
            <a:ext cx="25794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3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/>
        </p:txBody>
      </p:sp>
      <p:sp>
        <p:nvSpPr>
          <p:cNvPr id="133" name="Google Shape;133;p21"/>
          <p:cNvSpPr txBox="1"/>
          <p:nvPr>
            <p:ph idx="14" type="title"/>
          </p:nvPr>
        </p:nvSpPr>
        <p:spPr>
          <a:xfrm>
            <a:off x="342736" y="1677125"/>
            <a:ext cx="25794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3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134" name="Google Shape;134;p21"/>
          <p:cNvSpPr txBox="1"/>
          <p:nvPr>
            <p:ph idx="15" type="title"/>
          </p:nvPr>
        </p:nvSpPr>
        <p:spPr>
          <a:xfrm>
            <a:off x="342736" y="3071476"/>
            <a:ext cx="25794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3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/>
        </p:txBody>
      </p:sp>
      <p:pic>
        <p:nvPicPr>
          <p:cNvPr id="135" name="Google Shape;135;p21" title="Sin título-2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0400" y="196675"/>
            <a:ext cx="8645002" cy="3081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7" name="Google Shape;137;p22" title="Sin título-7.png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4988" y="78599"/>
            <a:ext cx="8974027" cy="4925051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22"/>
          <p:cNvSpPr/>
          <p:nvPr>
            <p:ph idx="2" type="pic"/>
          </p:nvPr>
        </p:nvSpPr>
        <p:spPr>
          <a:xfrm>
            <a:off x="191450" y="686275"/>
            <a:ext cx="8758200" cy="4130100"/>
          </a:xfrm>
          <a:prstGeom prst="rect">
            <a:avLst/>
          </a:prstGeom>
          <a:noFill/>
          <a:ln>
            <a:noFill/>
          </a:ln>
        </p:spPr>
      </p:sp>
      <p:sp>
        <p:nvSpPr>
          <p:cNvPr id="139" name="Google Shape;139;p22"/>
          <p:cNvSpPr txBox="1"/>
          <p:nvPr>
            <p:ph type="title"/>
          </p:nvPr>
        </p:nvSpPr>
        <p:spPr>
          <a:xfrm>
            <a:off x="6584125" y="3792925"/>
            <a:ext cx="2004000" cy="694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15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pic>
        <p:nvPicPr>
          <p:cNvPr id="140" name="Google Shape;140;p22" title="Sin título-2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0400" y="196675"/>
            <a:ext cx="8645002" cy="3081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TITLE_ONLY_1"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2" name="Google Shape;142;p23" title="Sin título-7.png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4988" y="78599"/>
            <a:ext cx="8974027" cy="4925051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23"/>
          <p:cNvSpPr txBox="1"/>
          <p:nvPr>
            <p:ph type="title"/>
          </p:nvPr>
        </p:nvSpPr>
        <p:spPr>
          <a:xfrm>
            <a:off x="341850" y="689750"/>
            <a:ext cx="84603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pic>
        <p:nvPicPr>
          <p:cNvPr id="144" name="Google Shape;144;p23" title="Sin título-2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0400" y="196675"/>
            <a:ext cx="8645002" cy="3081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6" name="Google Shape;146;p24"/>
          <p:cNvGrpSpPr/>
          <p:nvPr/>
        </p:nvGrpSpPr>
        <p:grpSpPr>
          <a:xfrm>
            <a:off x="84988" y="78599"/>
            <a:ext cx="8974027" cy="4925051"/>
            <a:chOff x="84988" y="78599"/>
            <a:chExt cx="8974027" cy="4925051"/>
          </a:xfrm>
        </p:grpSpPr>
        <p:pic>
          <p:nvPicPr>
            <p:cNvPr id="147" name="Google Shape;147;p24" title="Sin título-7.png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84988" y="78599"/>
              <a:ext cx="8974027" cy="492505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8" name="Google Shape;148;p24" title="Sin título-2.png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270400" y="196675"/>
              <a:ext cx="8645002" cy="308147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49" name="Google Shape;149;p24"/>
          <p:cNvSpPr txBox="1"/>
          <p:nvPr>
            <p:ph type="title"/>
          </p:nvPr>
        </p:nvSpPr>
        <p:spPr>
          <a:xfrm>
            <a:off x="341850" y="654800"/>
            <a:ext cx="8460300" cy="60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pic>
        <p:nvPicPr>
          <p:cNvPr id="150" name="Google Shape;150;p24" title="Sin título-2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0400" y="196675"/>
            <a:ext cx="8645002" cy="3081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">
  <p:cSld name="BLANK_1_1_1_1_1_1"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2" name="Google Shape;152;p25"/>
          <p:cNvGrpSpPr/>
          <p:nvPr/>
        </p:nvGrpSpPr>
        <p:grpSpPr>
          <a:xfrm>
            <a:off x="84988" y="78599"/>
            <a:ext cx="8974027" cy="4925051"/>
            <a:chOff x="84988" y="78599"/>
            <a:chExt cx="8974027" cy="4925051"/>
          </a:xfrm>
        </p:grpSpPr>
        <p:pic>
          <p:nvPicPr>
            <p:cNvPr id="153" name="Google Shape;153;p25" title="Sin título-7.png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84988" y="78599"/>
              <a:ext cx="8974027" cy="492505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4" name="Google Shape;154;p25" title="Sin título-2.png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270400" y="196675"/>
              <a:ext cx="8645002" cy="308147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55" name="Google Shape;155;p25"/>
          <p:cNvSpPr txBox="1"/>
          <p:nvPr>
            <p:ph type="title"/>
          </p:nvPr>
        </p:nvSpPr>
        <p:spPr>
          <a:xfrm>
            <a:off x="792825" y="974863"/>
            <a:ext cx="3876600" cy="754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4500">
                <a:solidFill>
                  <a:schemeClr val="dk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/>
        </p:txBody>
      </p:sp>
      <p:sp>
        <p:nvSpPr>
          <p:cNvPr id="156" name="Google Shape;156;p25"/>
          <p:cNvSpPr txBox="1"/>
          <p:nvPr>
            <p:ph idx="1" type="subTitle"/>
          </p:nvPr>
        </p:nvSpPr>
        <p:spPr>
          <a:xfrm>
            <a:off x="792825" y="1629188"/>
            <a:ext cx="3876600" cy="4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7" name="Google Shape;157;p25"/>
          <p:cNvSpPr txBox="1"/>
          <p:nvPr>
            <p:ph idx="2" type="title"/>
          </p:nvPr>
        </p:nvSpPr>
        <p:spPr>
          <a:xfrm>
            <a:off x="4298725" y="2743425"/>
            <a:ext cx="3929100" cy="754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4500">
                <a:solidFill>
                  <a:schemeClr val="dk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/>
        </p:txBody>
      </p:sp>
      <p:sp>
        <p:nvSpPr>
          <p:cNvPr id="158" name="Google Shape;158;p25"/>
          <p:cNvSpPr txBox="1"/>
          <p:nvPr>
            <p:ph idx="3" type="subTitle"/>
          </p:nvPr>
        </p:nvSpPr>
        <p:spPr>
          <a:xfrm>
            <a:off x="4298725" y="3498224"/>
            <a:ext cx="3929100" cy="4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CUSTOM_3_1"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0" name="Google Shape;160;p26"/>
          <p:cNvGrpSpPr/>
          <p:nvPr/>
        </p:nvGrpSpPr>
        <p:grpSpPr>
          <a:xfrm>
            <a:off x="84988" y="78599"/>
            <a:ext cx="8974027" cy="4925051"/>
            <a:chOff x="84988" y="78599"/>
            <a:chExt cx="8974027" cy="4925051"/>
          </a:xfrm>
        </p:grpSpPr>
        <p:pic>
          <p:nvPicPr>
            <p:cNvPr id="161" name="Google Shape;161;p26" title="Sin título-7.png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84988" y="78599"/>
              <a:ext cx="8974027" cy="492505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2" name="Google Shape;162;p26" title="Sin título-2.png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270400" y="196675"/>
              <a:ext cx="8645002" cy="308147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63" name="Google Shape;163;p26"/>
          <p:cNvSpPr txBox="1"/>
          <p:nvPr>
            <p:ph type="title"/>
          </p:nvPr>
        </p:nvSpPr>
        <p:spPr>
          <a:xfrm>
            <a:off x="669775" y="1143000"/>
            <a:ext cx="3852300" cy="56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/>
        </p:txBody>
      </p:sp>
      <p:sp>
        <p:nvSpPr>
          <p:cNvPr id="164" name="Google Shape;164;p26"/>
          <p:cNvSpPr txBox="1"/>
          <p:nvPr>
            <p:ph idx="1" type="subTitle"/>
          </p:nvPr>
        </p:nvSpPr>
        <p:spPr>
          <a:xfrm>
            <a:off x="669775" y="1850750"/>
            <a:ext cx="3683400" cy="97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65" name="Google Shape;165;p26" title="Sin título-9.png"/>
          <p:cNvPicPr preferRelativeResize="0"/>
          <p:nvPr/>
        </p:nvPicPr>
        <p:blipFill rotWithShape="1">
          <a:blip r:embed="rId4">
            <a:alphaModFix/>
          </a:blip>
          <a:srcRect b="47106" l="19762" r="19445" t="14675"/>
          <a:stretch/>
        </p:blipFill>
        <p:spPr>
          <a:xfrm>
            <a:off x="4549250" y="1778300"/>
            <a:ext cx="3953100" cy="2485174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26"/>
          <p:cNvSpPr txBox="1"/>
          <p:nvPr/>
        </p:nvSpPr>
        <p:spPr>
          <a:xfrm>
            <a:off x="4865450" y="2464525"/>
            <a:ext cx="3320700" cy="51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" sz="1000" u="none" cap="none" strike="noStrik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CREDITS:</a:t>
            </a:r>
            <a:r>
              <a:rPr b="0" i="0" lang="en" sz="1000" u="none" cap="none" strike="noStrik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This presentation template was created by </a:t>
            </a:r>
            <a:r>
              <a:rPr b="1" i="0" lang="en" sz="1000" u="none" cap="none" strike="noStrike">
                <a:solidFill>
                  <a:schemeClr val="hlink"/>
                </a:solidFill>
                <a:uFill>
                  <a:noFill/>
                </a:uFill>
                <a:latin typeface="Roboto Mono"/>
                <a:ea typeface="Roboto Mono"/>
                <a:cs typeface="Roboto Mono"/>
                <a:sym typeface="Roboto Mono"/>
                <a:hlinkClick r:id="rId5"/>
              </a:rPr>
              <a:t>Slidesgo</a:t>
            </a:r>
            <a:r>
              <a:rPr b="0" i="0" lang="en" sz="1000" u="none" cap="none" strike="noStrik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, and includes icons, infographics &amp; images by </a:t>
            </a:r>
            <a:r>
              <a:rPr b="1" i="0" lang="en" sz="1000" u="none" cap="none" strike="noStrike">
                <a:solidFill>
                  <a:schemeClr val="hlink"/>
                </a:solidFill>
                <a:uFill>
                  <a:noFill/>
                </a:uFill>
                <a:latin typeface="Roboto Mono"/>
                <a:ea typeface="Roboto Mono"/>
                <a:cs typeface="Roboto Mono"/>
                <a:sym typeface="Roboto Mono"/>
                <a:hlinkClick r:id="rId6"/>
              </a:rPr>
              <a:t>Freepik</a:t>
            </a:r>
            <a:r>
              <a:rPr b="0" i="0" lang="en" sz="1000" u="none" cap="none" strike="noStrik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endParaRPr b="1" i="0" sz="1000" u="sng" cap="none" strike="noStrike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8" name="Google Shape;168;p27"/>
          <p:cNvGrpSpPr/>
          <p:nvPr/>
        </p:nvGrpSpPr>
        <p:grpSpPr>
          <a:xfrm>
            <a:off x="84988" y="78599"/>
            <a:ext cx="8974027" cy="4925051"/>
            <a:chOff x="84988" y="78599"/>
            <a:chExt cx="8974027" cy="4925051"/>
          </a:xfrm>
        </p:grpSpPr>
        <p:pic>
          <p:nvPicPr>
            <p:cNvPr id="169" name="Google Shape;169;p27" title="Sin título-7.png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84988" y="78599"/>
              <a:ext cx="8974027" cy="492505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0" name="Google Shape;170;p27" title="Sin título-2.png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270400" y="196675"/>
              <a:ext cx="8645002" cy="308147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71" name="Google Shape;171;p27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172" name="Google Shape;172;p27"/>
          <p:cNvSpPr txBox="1"/>
          <p:nvPr>
            <p:ph idx="1" type="body"/>
          </p:nvPr>
        </p:nvSpPr>
        <p:spPr>
          <a:xfrm>
            <a:off x="720000" y="1152475"/>
            <a:ext cx="77040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Darker Grotesque SemiBold"/>
              <a:buChar char="●"/>
              <a:defRPr sz="1200">
                <a:solidFill>
                  <a:srgbClr val="434343"/>
                </a:solidFill>
              </a:defRPr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325B"/>
              </a:buClr>
              <a:buSzPts val="1400"/>
              <a:buFont typeface="Darker Grotesque SemiBold"/>
              <a:buChar char="○"/>
              <a:defRPr>
                <a:solidFill>
                  <a:srgbClr val="434343"/>
                </a:solidFill>
              </a:defRPr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325B"/>
              </a:buClr>
              <a:buSzPts val="1400"/>
              <a:buFont typeface="Darker Grotesque SemiBold"/>
              <a:buChar char="■"/>
              <a:defRPr>
                <a:solidFill>
                  <a:srgbClr val="434343"/>
                </a:solidFill>
              </a:defRPr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325B"/>
              </a:buClr>
              <a:buSzPts val="1400"/>
              <a:buFont typeface="Darker Grotesque SemiBold"/>
              <a:buChar char="●"/>
              <a:defRPr>
                <a:solidFill>
                  <a:srgbClr val="434343"/>
                </a:solidFill>
              </a:defRPr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325B"/>
              </a:buClr>
              <a:buSzPts val="1400"/>
              <a:buFont typeface="Darker Grotesque SemiBold"/>
              <a:buChar char="○"/>
              <a:defRPr>
                <a:solidFill>
                  <a:srgbClr val="434343"/>
                </a:solidFill>
              </a:defRPr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325B"/>
              </a:buClr>
              <a:buSzPts val="1400"/>
              <a:buFont typeface="Darker Grotesque SemiBold"/>
              <a:buChar char="■"/>
              <a:defRPr>
                <a:solidFill>
                  <a:srgbClr val="434343"/>
                </a:solidFill>
              </a:defRPr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325B"/>
              </a:buClr>
              <a:buSzPts val="1400"/>
              <a:buFont typeface="Darker Grotesque SemiBold"/>
              <a:buChar char="●"/>
              <a:defRPr>
                <a:solidFill>
                  <a:srgbClr val="434343"/>
                </a:solidFill>
              </a:defRPr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325B"/>
              </a:buClr>
              <a:buSzPts val="1400"/>
              <a:buFont typeface="Darker Grotesque SemiBold"/>
              <a:buChar char="○"/>
              <a:defRPr>
                <a:solidFill>
                  <a:srgbClr val="434343"/>
                </a:solidFill>
              </a:defRPr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325B"/>
              </a:buClr>
              <a:buSzPts val="1400"/>
              <a:buFont typeface="Darker Grotesque SemiBold"/>
              <a:buChar char="■"/>
              <a:defRPr>
                <a:solidFill>
                  <a:srgbClr val="434343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4" name="Google Shape;174;p28"/>
          <p:cNvGrpSpPr/>
          <p:nvPr/>
        </p:nvGrpSpPr>
        <p:grpSpPr>
          <a:xfrm>
            <a:off x="84988" y="78599"/>
            <a:ext cx="8974027" cy="4925051"/>
            <a:chOff x="84988" y="78599"/>
            <a:chExt cx="8974027" cy="4925051"/>
          </a:xfrm>
        </p:grpSpPr>
        <p:pic>
          <p:nvPicPr>
            <p:cNvPr id="175" name="Google Shape;175;p28" title="Sin título-7.png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84988" y="78599"/>
              <a:ext cx="8974027" cy="492505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6" name="Google Shape;176;p28" title="Sin título-2.png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270400" y="196675"/>
              <a:ext cx="8645002" cy="308147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77" name="Google Shape;177;p28"/>
          <p:cNvSpPr txBox="1"/>
          <p:nvPr>
            <p:ph type="title"/>
          </p:nvPr>
        </p:nvSpPr>
        <p:spPr>
          <a:xfrm>
            <a:off x="228600" y="228600"/>
            <a:ext cx="3998400" cy="144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178" name="Google Shape;178;p28"/>
          <p:cNvSpPr txBox="1"/>
          <p:nvPr>
            <p:ph idx="1" type="body"/>
          </p:nvPr>
        </p:nvSpPr>
        <p:spPr>
          <a:xfrm>
            <a:off x="1609625" y="2066125"/>
            <a:ext cx="3824100" cy="253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79" name="Google Shape;179;p28"/>
          <p:cNvSpPr/>
          <p:nvPr>
            <p:ph idx="2" type="pic"/>
          </p:nvPr>
        </p:nvSpPr>
        <p:spPr>
          <a:xfrm>
            <a:off x="5715849" y="0"/>
            <a:ext cx="3428100" cy="51435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1" name="Google Shape;181;p29"/>
          <p:cNvGrpSpPr/>
          <p:nvPr/>
        </p:nvGrpSpPr>
        <p:grpSpPr>
          <a:xfrm>
            <a:off x="84988" y="78599"/>
            <a:ext cx="8974027" cy="4925051"/>
            <a:chOff x="84988" y="78599"/>
            <a:chExt cx="8974027" cy="4925051"/>
          </a:xfrm>
        </p:grpSpPr>
        <p:pic>
          <p:nvPicPr>
            <p:cNvPr id="182" name="Google Shape;182;p29" title="Sin título-7.png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84988" y="78599"/>
              <a:ext cx="8974027" cy="492505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3" name="Google Shape;183;p29" title="Sin título-2.png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270400" y="196675"/>
              <a:ext cx="8645002" cy="308147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84" name="Google Shape;184;p29"/>
          <p:cNvSpPr txBox="1"/>
          <p:nvPr>
            <p:ph type="title"/>
          </p:nvPr>
        </p:nvSpPr>
        <p:spPr>
          <a:xfrm>
            <a:off x="1388100" y="1307100"/>
            <a:ext cx="6367800" cy="252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6" name="Google Shape;186;p30"/>
          <p:cNvGrpSpPr/>
          <p:nvPr/>
        </p:nvGrpSpPr>
        <p:grpSpPr>
          <a:xfrm>
            <a:off x="84988" y="78599"/>
            <a:ext cx="8974027" cy="4925051"/>
            <a:chOff x="84988" y="78599"/>
            <a:chExt cx="8974027" cy="4925051"/>
          </a:xfrm>
        </p:grpSpPr>
        <p:pic>
          <p:nvPicPr>
            <p:cNvPr id="187" name="Google Shape;187;p30" title="Sin título-7.png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84988" y="78599"/>
              <a:ext cx="8974027" cy="492505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8" name="Google Shape;188;p30" title="Sin título-2.png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270400" y="196675"/>
              <a:ext cx="8645002" cy="308147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89" name="Google Shape;189;p30"/>
          <p:cNvSpPr txBox="1"/>
          <p:nvPr>
            <p:ph idx="1" type="subTitle"/>
          </p:nvPr>
        </p:nvSpPr>
        <p:spPr>
          <a:xfrm>
            <a:off x="720064" y="1580125"/>
            <a:ext cx="3597000" cy="238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0" name="Google Shape;190;p30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191" name="Google Shape;191;p30"/>
          <p:cNvSpPr txBox="1"/>
          <p:nvPr>
            <p:ph idx="2" type="subTitle"/>
          </p:nvPr>
        </p:nvSpPr>
        <p:spPr>
          <a:xfrm>
            <a:off x="4826936" y="1580125"/>
            <a:ext cx="3597000" cy="238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3" name="Google Shape;193;p31"/>
          <p:cNvGrpSpPr/>
          <p:nvPr/>
        </p:nvGrpSpPr>
        <p:grpSpPr>
          <a:xfrm>
            <a:off x="84988" y="78599"/>
            <a:ext cx="8974027" cy="4925051"/>
            <a:chOff x="84988" y="78599"/>
            <a:chExt cx="8974027" cy="4925051"/>
          </a:xfrm>
        </p:grpSpPr>
        <p:pic>
          <p:nvPicPr>
            <p:cNvPr id="194" name="Google Shape;194;p31" title="Sin título-7.png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84988" y="78599"/>
              <a:ext cx="8974027" cy="492505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95" name="Google Shape;195;p31" title="Sin título-2.png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270400" y="196675"/>
              <a:ext cx="8645002" cy="308147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96" name="Google Shape;196;p31"/>
          <p:cNvSpPr txBox="1"/>
          <p:nvPr>
            <p:ph hasCustomPrompt="1" type="title"/>
          </p:nvPr>
        </p:nvSpPr>
        <p:spPr>
          <a:xfrm>
            <a:off x="1284000" y="1952850"/>
            <a:ext cx="6576000" cy="799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6000">
                <a:solidFill>
                  <a:schemeClr val="accen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197" name="Google Shape;197;p31"/>
          <p:cNvSpPr txBox="1"/>
          <p:nvPr>
            <p:ph idx="1" type="subTitle"/>
          </p:nvPr>
        </p:nvSpPr>
        <p:spPr>
          <a:xfrm>
            <a:off x="1284000" y="2816250"/>
            <a:ext cx="6576000" cy="37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noFill/>
      </p:bgPr>
    </p:bg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2">
  <p:cSld name="TITLE_ONLY_2"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0" name="Google Shape;200;p33"/>
          <p:cNvGrpSpPr/>
          <p:nvPr/>
        </p:nvGrpSpPr>
        <p:grpSpPr>
          <a:xfrm>
            <a:off x="84988" y="78599"/>
            <a:ext cx="8974027" cy="4925051"/>
            <a:chOff x="84988" y="78599"/>
            <a:chExt cx="8974027" cy="4925051"/>
          </a:xfrm>
        </p:grpSpPr>
        <p:pic>
          <p:nvPicPr>
            <p:cNvPr id="201" name="Google Shape;201;p33" title="Sin título-7.png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84988" y="78599"/>
              <a:ext cx="8974027" cy="492505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2" name="Google Shape;202;p33" title="Sin título-2.png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270400" y="196675"/>
              <a:ext cx="8645002" cy="308147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03" name="Google Shape;203;p33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BLANK_1_1_1_1_1_1_1"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5" name="Google Shape;205;p34"/>
          <p:cNvGrpSpPr/>
          <p:nvPr/>
        </p:nvGrpSpPr>
        <p:grpSpPr>
          <a:xfrm>
            <a:off x="84988" y="78599"/>
            <a:ext cx="8974027" cy="4925051"/>
            <a:chOff x="84988" y="78599"/>
            <a:chExt cx="8974027" cy="4925051"/>
          </a:xfrm>
        </p:grpSpPr>
        <p:pic>
          <p:nvPicPr>
            <p:cNvPr id="206" name="Google Shape;206;p34" title="Sin título-7.png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84988" y="78599"/>
              <a:ext cx="8974027" cy="492505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7" name="Google Shape;207;p34" title="Sin título-2.png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270400" y="196675"/>
              <a:ext cx="8645002" cy="308147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BLANK_1_1_1_1_1_1_1_1"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31.xml"/><Relationship Id="rId11" Type="http://schemas.openxmlformats.org/officeDocument/2006/relationships/slideLayout" Target="../slideLayouts/slideLayout22.xml"/><Relationship Id="rId22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21.xml"/><Relationship Id="rId21" Type="http://schemas.openxmlformats.org/officeDocument/2006/relationships/slideLayout" Target="../slideLayouts/slideLayout32.xml"/><Relationship Id="rId13" Type="http://schemas.openxmlformats.org/officeDocument/2006/relationships/slideLayout" Target="../slideLayouts/slideLayout24.xml"/><Relationship Id="rId12" Type="http://schemas.openxmlformats.org/officeDocument/2006/relationships/slideLayout" Target="../slideLayouts/slideLayout23.xml"/><Relationship Id="rId23" Type="http://schemas.openxmlformats.org/officeDocument/2006/relationships/theme" Target="../theme/theme2.xml"/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5" Type="http://schemas.openxmlformats.org/officeDocument/2006/relationships/slideLayout" Target="../slideLayouts/slideLayout26.xml"/><Relationship Id="rId14" Type="http://schemas.openxmlformats.org/officeDocument/2006/relationships/slideLayout" Target="../slideLayouts/slideLayout25.xml"/><Relationship Id="rId17" Type="http://schemas.openxmlformats.org/officeDocument/2006/relationships/slideLayout" Target="../slideLayouts/slideLayout28.xml"/><Relationship Id="rId16" Type="http://schemas.openxmlformats.org/officeDocument/2006/relationships/slideLayout" Target="../slideLayouts/slideLayout27.xml"/><Relationship Id="rId5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30.xml"/><Relationship Id="rId6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29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transition spd="med">
    <p:fade/>
  </p:transition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VT323"/>
              <a:buNone/>
              <a:defRPr b="0" i="0" sz="3200" u="none" cap="none" strike="noStrike">
                <a:solidFill>
                  <a:schemeClr val="dk1"/>
                </a:solidFill>
                <a:latin typeface="VT323"/>
                <a:ea typeface="VT323"/>
                <a:cs typeface="VT323"/>
                <a:sym typeface="VT323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VT323"/>
              <a:buNone/>
              <a:defRPr b="0" i="0" sz="3200" u="none" cap="none" strike="noStrike">
                <a:solidFill>
                  <a:schemeClr val="dk1"/>
                </a:solidFill>
                <a:latin typeface="VT323"/>
                <a:ea typeface="VT323"/>
                <a:cs typeface="VT323"/>
                <a:sym typeface="VT323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VT323"/>
              <a:buNone/>
              <a:defRPr b="0" i="0" sz="3200" u="none" cap="none" strike="noStrike">
                <a:solidFill>
                  <a:schemeClr val="dk1"/>
                </a:solidFill>
                <a:latin typeface="VT323"/>
                <a:ea typeface="VT323"/>
                <a:cs typeface="VT323"/>
                <a:sym typeface="VT323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VT323"/>
              <a:buNone/>
              <a:defRPr b="0" i="0" sz="3200" u="none" cap="none" strike="noStrike">
                <a:solidFill>
                  <a:schemeClr val="dk1"/>
                </a:solidFill>
                <a:latin typeface="VT323"/>
                <a:ea typeface="VT323"/>
                <a:cs typeface="VT323"/>
                <a:sym typeface="VT323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VT323"/>
              <a:buNone/>
              <a:defRPr b="0" i="0" sz="3200" u="none" cap="none" strike="noStrike">
                <a:solidFill>
                  <a:schemeClr val="dk1"/>
                </a:solidFill>
                <a:latin typeface="VT323"/>
                <a:ea typeface="VT323"/>
                <a:cs typeface="VT323"/>
                <a:sym typeface="VT323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VT323"/>
              <a:buNone/>
              <a:defRPr b="0" i="0" sz="3200" u="none" cap="none" strike="noStrike">
                <a:solidFill>
                  <a:schemeClr val="dk1"/>
                </a:solidFill>
                <a:latin typeface="VT323"/>
                <a:ea typeface="VT323"/>
                <a:cs typeface="VT323"/>
                <a:sym typeface="VT323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VT323"/>
              <a:buNone/>
              <a:defRPr b="0" i="0" sz="3200" u="none" cap="none" strike="noStrike">
                <a:solidFill>
                  <a:schemeClr val="dk1"/>
                </a:solidFill>
                <a:latin typeface="VT323"/>
                <a:ea typeface="VT323"/>
                <a:cs typeface="VT323"/>
                <a:sym typeface="VT323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VT323"/>
              <a:buNone/>
              <a:defRPr b="0" i="0" sz="3200" u="none" cap="none" strike="noStrike">
                <a:solidFill>
                  <a:schemeClr val="dk1"/>
                </a:solidFill>
                <a:latin typeface="VT323"/>
                <a:ea typeface="VT323"/>
                <a:cs typeface="VT323"/>
                <a:sym typeface="VT323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VT323"/>
              <a:buNone/>
              <a:defRPr b="0" i="0" sz="3200" u="none" cap="none" strike="noStrike">
                <a:solidFill>
                  <a:schemeClr val="dk1"/>
                </a:solidFill>
                <a:latin typeface="VT323"/>
                <a:ea typeface="VT323"/>
                <a:cs typeface="VT323"/>
                <a:sym typeface="VT323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 Mono"/>
              <a:buChar char="●"/>
              <a:defRPr b="0" i="0" sz="1400" u="none" cap="none" strike="noStrik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defRPr>
            </a:lvl1pPr>
            <a:lvl2pPr indent="-3175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 Mono"/>
              <a:buChar char="○"/>
              <a:defRPr b="0" i="0" sz="1400" u="none" cap="none" strike="noStrik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defRPr>
            </a:lvl2pPr>
            <a:lvl3pPr indent="-3175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 Mono"/>
              <a:buChar char="■"/>
              <a:defRPr b="0" i="0" sz="1400" u="none" cap="none" strike="noStrik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defRPr>
            </a:lvl3pPr>
            <a:lvl4pPr indent="-3175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 Mono"/>
              <a:buChar char="●"/>
              <a:defRPr b="0" i="0" sz="1400" u="none" cap="none" strike="noStrik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defRPr>
            </a:lvl4pPr>
            <a:lvl5pPr indent="-3175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 Mono"/>
              <a:buChar char="○"/>
              <a:defRPr b="0" i="0" sz="1400" u="none" cap="none" strike="noStrik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defRPr>
            </a:lvl5pPr>
            <a:lvl6pPr indent="-3175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 Mono"/>
              <a:buChar char="■"/>
              <a:defRPr b="0" i="0" sz="1400" u="none" cap="none" strike="noStrik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defRPr>
            </a:lvl6pPr>
            <a:lvl7pPr indent="-3175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 Mono"/>
              <a:buChar char="●"/>
              <a:defRPr b="0" i="0" sz="1400" u="none" cap="none" strike="noStrik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defRPr>
            </a:lvl7pPr>
            <a:lvl8pPr indent="-3175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 Mono"/>
              <a:buChar char="○"/>
              <a:defRPr b="0" i="0" sz="1400" u="none" cap="none" strike="noStrik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defRPr>
            </a:lvl8pPr>
            <a:lvl9pPr indent="-3175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 Mono"/>
              <a:buChar char="■"/>
              <a:defRPr b="0" i="0" sz="1400" u="none" cap="none" strike="noStrik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  <p:sldLayoutId id="2147483672" r:id="rId14"/>
    <p:sldLayoutId id="2147483673" r:id="rId15"/>
    <p:sldLayoutId id="2147483674" r:id="rId16"/>
    <p:sldLayoutId id="2147483675" r:id="rId17"/>
    <p:sldLayoutId id="2147483676" r:id="rId18"/>
    <p:sldLayoutId id="2147483677" r:id="rId19"/>
    <p:sldLayoutId id="2147483678" r:id="rId20"/>
    <p:sldLayoutId id="2147483679" r:id="rId21"/>
    <p:sldLayoutId id="2147483680" r:id="rId22"/>
  </p:sldLayoutIdLst>
  <p:transition spd="med">
    <p:fade/>
  </p:transition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9.jpg"/><Relationship Id="rId4" Type="http://schemas.openxmlformats.org/officeDocument/2006/relationships/image" Target="../media/image1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4.png"/><Relationship Id="rId4" Type="http://schemas.openxmlformats.org/officeDocument/2006/relationships/image" Target="../media/image17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4.png"/><Relationship Id="rId4" Type="http://schemas.openxmlformats.org/officeDocument/2006/relationships/image" Target="../media/image18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5.jpg"/><Relationship Id="rId4" Type="http://schemas.openxmlformats.org/officeDocument/2006/relationships/image" Target="../media/image16.jpg"/><Relationship Id="rId5" Type="http://schemas.openxmlformats.org/officeDocument/2006/relationships/image" Target="../media/image12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9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4.png"/><Relationship Id="rId4" Type="http://schemas.openxmlformats.org/officeDocument/2006/relationships/image" Target="../media/image8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3" name="Google Shape;213;p36" title="robot-handshake-human-background-futuristic-digital-age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-475530"/>
            <a:ext cx="9144003" cy="6094554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14" name="Google Shape;214;p36"/>
          <p:cNvSpPr txBox="1"/>
          <p:nvPr>
            <p:ph type="ctrTitle"/>
          </p:nvPr>
        </p:nvSpPr>
        <p:spPr>
          <a:xfrm>
            <a:off x="1730675" y="394125"/>
            <a:ext cx="5607000" cy="137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lang="en" sz="4000">
                <a:solidFill>
                  <a:srgbClr val="FFFFFF"/>
                </a:solidFill>
              </a:rPr>
              <a:t>AI insights in job market</a:t>
            </a:r>
            <a:endParaRPr sz="4700">
              <a:solidFill>
                <a:srgbClr val="FFFFFF"/>
              </a:solidFill>
            </a:endParaRPr>
          </a:p>
        </p:txBody>
      </p:sp>
      <p:pic>
        <p:nvPicPr>
          <p:cNvPr id="215" name="Google Shape;215;p36" title="20250203T101527926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075625" y="4243500"/>
            <a:ext cx="917101" cy="843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37"/>
          <p:cNvSpPr txBox="1"/>
          <p:nvPr>
            <p:ph type="title"/>
          </p:nvPr>
        </p:nvSpPr>
        <p:spPr>
          <a:xfrm>
            <a:off x="341850" y="654800"/>
            <a:ext cx="8453400" cy="60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Table of contents</a:t>
            </a:r>
            <a:endParaRPr b="0"/>
          </a:p>
        </p:txBody>
      </p:sp>
      <p:sp>
        <p:nvSpPr>
          <p:cNvPr id="221" name="Google Shape;221;p37"/>
          <p:cNvSpPr txBox="1"/>
          <p:nvPr>
            <p:ph idx="1" type="subTitle"/>
          </p:nvPr>
        </p:nvSpPr>
        <p:spPr>
          <a:xfrm>
            <a:off x="1107250" y="1796625"/>
            <a:ext cx="2799900" cy="53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Team</a:t>
            </a:r>
            <a:endParaRPr/>
          </a:p>
        </p:txBody>
      </p:sp>
      <p:sp>
        <p:nvSpPr>
          <p:cNvPr id="222" name="Google Shape;222;p37"/>
          <p:cNvSpPr txBox="1"/>
          <p:nvPr>
            <p:ph idx="2" type="subTitle"/>
          </p:nvPr>
        </p:nvSpPr>
        <p:spPr>
          <a:xfrm>
            <a:off x="1107250" y="2442825"/>
            <a:ext cx="4245600" cy="53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Project idea &amp; Objectives</a:t>
            </a:r>
            <a:endParaRPr/>
          </a:p>
        </p:txBody>
      </p:sp>
      <p:sp>
        <p:nvSpPr>
          <p:cNvPr id="223" name="Google Shape;223;p37"/>
          <p:cNvSpPr txBox="1"/>
          <p:nvPr>
            <p:ph idx="3" type="subTitle"/>
          </p:nvPr>
        </p:nvSpPr>
        <p:spPr>
          <a:xfrm>
            <a:off x="1107250" y="3089042"/>
            <a:ext cx="2799900" cy="53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Process of development</a:t>
            </a:r>
            <a:endParaRPr/>
          </a:p>
        </p:txBody>
      </p:sp>
      <p:sp>
        <p:nvSpPr>
          <p:cNvPr id="224" name="Google Shape;224;p37"/>
          <p:cNvSpPr txBox="1"/>
          <p:nvPr>
            <p:ph idx="4" type="subTitle"/>
          </p:nvPr>
        </p:nvSpPr>
        <p:spPr>
          <a:xfrm>
            <a:off x="1107250" y="3735250"/>
            <a:ext cx="2799900" cy="53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Dashboard</a:t>
            </a:r>
            <a:endParaRPr/>
          </a:p>
        </p:txBody>
      </p:sp>
      <p:sp>
        <p:nvSpPr>
          <p:cNvPr id="225" name="Google Shape;225;p37"/>
          <p:cNvSpPr txBox="1"/>
          <p:nvPr>
            <p:ph idx="9" type="title"/>
          </p:nvPr>
        </p:nvSpPr>
        <p:spPr>
          <a:xfrm>
            <a:off x="341850" y="3849550"/>
            <a:ext cx="7653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/>
              <a:t>0</a:t>
            </a:r>
            <a:r>
              <a:rPr lang="en"/>
              <a:t>4</a:t>
            </a:r>
            <a:endParaRPr/>
          </a:p>
        </p:txBody>
      </p:sp>
      <p:sp>
        <p:nvSpPr>
          <p:cNvPr id="226" name="Google Shape;226;p37"/>
          <p:cNvSpPr txBox="1"/>
          <p:nvPr>
            <p:ph idx="13" type="title"/>
          </p:nvPr>
        </p:nvSpPr>
        <p:spPr>
          <a:xfrm>
            <a:off x="341850" y="2560850"/>
            <a:ext cx="7653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/>
              <a:t>02</a:t>
            </a:r>
            <a:endParaRPr/>
          </a:p>
        </p:txBody>
      </p:sp>
      <p:sp>
        <p:nvSpPr>
          <p:cNvPr id="227" name="Google Shape;227;p37"/>
          <p:cNvSpPr txBox="1"/>
          <p:nvPr>
            <p:ph idx="14" type="title"/>
          </p:nvPr>
        </p:nvSpPr>
        <p:spPr>
          <a:xfrm>
            <a:off x="342582" y="1916800"/>
            <a:ext cx="764100" cy="31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228" name="Google Shape;228;p37"/>
          <p:cNvSpPr txBox="1"/>
          <p:nvPr>
            <p:ph idx="15" type="title"/>
          </p:nvPr>
        </p:nvSpPr>
        <p:spPr>
          <a:xfrm>
            <a:off x="341850" y="3205200"/>
            <a:ext cx="7653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/>
              <a:t>03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38"/>
          <p:cNvSpPr txBox="1"/>
          <p:nvPr>
            <p:ph type="title"/>
          </p:nvPr>
        </p:nvSpPr>
        <p:spPr>
          <a:xfrm>
            <a:off x="479976" y="868850"/>
            <a:ext cx="5095500" cy="60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Team :</a:t>
            </a:r>
            <a:endParaRPr b="0"/>
          </a:p>
        </p:txBody>
      </p:sp>
      <p:sp>
        <p:nvSpPr>
          <p:cNvPr id="234" name="Google Shape;234;p38"/>
          <p:cNvSpPr txBox="1"/>
          <p:nvPr>
            <p:ph idx="1" type="subTitle"/>
          </p:nvPr>
        </p:nvSpPr>
        <p:spPr>
          <a:xfrm>
            <a:off x="1043624" y="1471258"/>
            <a:ext cx="3812100" cy="53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Ahmed Mohamed Abdel-Qawi </a:t>
            </a:r>
            <a:endParaRPr/>
          </a:p>
        </p:txBody>
      </p:sp>
      <p:sp>
        <p:nvSpPr>
          <p:cNvPr id="235" name="Google Shape;235;p38"/>
          <p:cNvSpPr txBox="1"/>
          <p:nvPr>
            <p:ph idx="2" type="subTitle"/>
          </p:nvPr>
        </p:nvSpPr>
        <p:spPr>
          <a:xfrm>
            <a:off x="5041749" y="1471250"/>
            <a:ext cx="3599400" cy="53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Nourhan Mohamed Abdel-Rahman</a:t>
            </a:r>
            <a:endParaRPr/>
          </a:p>
        </p:txBody>
      </p:sp>
      <p:sp>
        <p:nvSpPr>
          <p:cNvPr id="236" name="Google Shape;236;p38"/>
          <p:cNvSpPr txBox="1"/>
          <p:nvPr>
            <p:ph idx="3" type="subTitle"/>
          </p:nvPr>
        </p:nvSpPr>
        <p:spPr>
          <a:xfrm>
            <a:off x="1109949" y="2450323"/>
            <a:ext cx="2799900" cy="53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Karim samy El-sayed</a:t>
            </a:r>
            <a:endParaRPr/>
          </a:p>
        </p:txBody>
      </p:sp>
      <p:sp>
        <p:nvSpPr>
          <p:cNvPr id="237" name="Google Shape;237;p38"/>
          <p:cNvSpPr txBox="1"/>
          <p:nvPr>
            <p:ph idx="4" type="subTitle"/>
          </p:nvPr>
        </p:nvSpPr>
        <p:spPr>
          <a:xfrm>
            <a:off x="5041749" y="2450321"/>
            <a:ext cx="2799900" cy="53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Layla Ismail Ibrahim</a:t>
            </a:r>
            <a:endParaRPr/>
          </a:p>
        </p:txBody>
      </p:sp>
      <p:sp>
        <p:nvSpPr>
          <p:cNvPr id="238" name="Google Shape;238;p38"/>
          <p:cNvSpPr txBox="1"/>
          <p:nvPr/>
        </p:nvSpPr>
        <p:spPr>
          <a:xfrm>
            <a:off x="905473" y="3429401"/>
            <a:ext cx="3812100" cy="53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aleway"/>
              <a:buNone/>
            </a:pPr>
            <a:r>
              <a:rPr b="0" i="0" lang="en" sz="2300" u="none" cap="none" strike="noStrike">
                <a:solidFill>
                  <a:schemeClr val="dk1"/>
                </a:solidFill>
                <a:latin typeface="VT323"/>
                <a:ea typeface="VT323"/>
                <a:cs typeface="VT323"/>
                <a:sym typeface="VT323"/>
              </a:rPr>
              <a:t>Mohammed Ashraf Mokhtar</a:t>
            </a:r>
            <a:endParaRPr/>
          </a:p>
          <a:p>
            <a:pPr indent="-317500" lvl="0" marL="45720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aleway"/>
              <a:buNone/>
            </a:pPr>
            <a:br>
              <a:rPr b="0" i="0" lang="en" sz="2300" u="none" cap="none" strike="noStrike">
                <a:solidFill>
                  <a:schemeClr val="dk1"/>
                </a:solidFill>
                <a:latin typeface="VT323"/>
                <a:ea typeface="VT323"/>
                <a:cs typeface="VT323"/>
                <a:sym typeface="VT323"/>
              </a:rPr>
            </a:br>
            <a:endParaRPr b="0" i="0" sz="2300" u="none" cap="none" strike="noStrike">
              <a:solidFill>
                <a:schemeClr val="dk1"/>
              </a:solidFill>
              <a:latin typeface="VT323"/>
              <a:ea typeface="VT323"/>
              <a:cs typeface="VT323"/>
              <a:sym typeface="VT323"/>
            </a:endParaRPr>
          </a:p>
        </p:txBody>
      </p:sp>
      <p:sp>
        <p:nvSpPr>
          <p:cNvPr id="239" name="Google Shape;239;p38"/>
          <p:cNvSpPr txBox="1"/>
          <p:nvPr>
            <p:ph idx="2" type="subTitle"/>
          </p:nvPr>
        </p:nvSpPr>
        <p:spPr>
          <a:xfrm>
            <a:off x="1109950" y="1910925"/>
            <a:ext cx="2916300" cy="53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 sz="1400">
                <a:solidFill>
                  <a:schemeClr val="dk2"/>
                </a:solidFill>
              </a:rPr>
              <a:t>Senior student at the Faculty of Commerce at Sadat city university.</a:t>
            </a:r>
            <a:endParaRPr sz="1400">
              <a:solidFill>
                <a:schemeClr val="dk2"/>
              </a:solidFill>
            </a:endParaRPr>
          </a:p>
        </p:txBody>
      </p:sp>
      <p:sp>
        <p:nvSpPr>
          <p:cNvPr id="240" name="Google Shape;240;p38"/>
          <p:cNvSpPr txBox="1"/>
          <p:nvPr>
            <p:ph idx="2" type="subTitle"/>
          </p:nvPr>
        </p:nvSpPr>
        <p:spPr>
          <a:xfrm>
            <a:off x="1109950" y="2915863"/>
            <a:ext cx="2916300" cy="53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 sz="1400">
                <a:solidFill>
                  <a:schemeClr val="dk2"/>
                </a:solidFill>
              </a:rPr>
              <a:t>Level 2 Student at faculty of commerce Georgia Program at Cairo University.</a:t>
            </a:r>
            <a:endParaRPr sz="1400">
              <a:solidFill>
                <a:schemeClr val="dk2"/>
              </a:solidFill>
            </a:endParaRPr>
          </a:p>
        </p:txBody>
      </p:sp>
      <p:sp>
        <p:nvSpPr>
          <p:cNvPr id="241" name="Google Shape;241;p38"/>
          <p:cNvSpPr txBox="1"/>
          <p:nvPr>
            <p:ph idx="2" type="subTitle"/>
          </p:nvPr>
        </p:nvSpPr>
        <p:spPr>
          <a:xfrm>
            <a:off x="1109950" y="3856450"/>
            <a:ext cx="2916300" cy="53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 sz="1400">
                <a:solidFill>
                  <a:schemeClr val="dk2"/>
                </a:solidFill>
              </a:rPr>
              <a:t>Level 2 Computer Science student at O6U.</a:t>
            </a:r>
            <a:endParaRPr sz="1400">
              <a:solidFill>
                <a:schemeClr val="dk2"/>
              </a:solidFill>
            </a:endParaRPr>
          </a:p>
        </p:txBody>
      </p:sp>
      <p:sp>
        <p:nvSpPr>
          <p:cNvPr id="242" name="Google Shape;242;p38"/>
          <p:cNvSpPr txBox="1"/>
          <p:nvPr>
            <p:ph idx="2" type="subTitle"/>
          </p:nvPr>
        </p:nvSpPr>
        <p:spPr>
          <a:xfrm>
            <a:off x="5156800" y="1923863"/>
            <a:ext cx="3369300" cy="53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 sz="1400">
                <a:solidFill>
                  <a:schemeClr val="dk2"/>
                </a:solidFill>
              </a:rPr>
              <a:t>Junior Computer Science student at Benha university.</a:t>
            </a:r>
            <a:endParaRPr sz="1400">
              <a:solidFill>
                <a:schemeClr val="dk2"/>
              </a:solidFill>
            </a:endParaRPr>
          </a:p>
        </p:txBody>
      </p:sp>
      <p:sp>
        <p:nvSpPr>
          <p:cNvPr id="243" name="Google Shape;243;p38"/>
          <p:cNvSpPr txBox="1"/>
          <p:nvPr>
            <p:ph idx="2" type="subTitle"/>
          </p:nvPr>
        </p:nvSpPr>
        <p:spPr>
          <a:xfrm>
            <a:off x="5156800" y="2915875"/>
            <a:ext cx="2738400" cy="53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 sz="1400">
                <a:solidFill>
                  <a:schemeClr val="dk2"/>
                </a:solidFill>
              </a:rPr>
              <a:t>Second level Computer Science student at Modern Academy.</a:t>
            </a:r>
            <a:endParaRPr sz="14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39"/>
          <p:cNvSpPr txBox="1"/>
          <p:nvPr>
            <p:ph idx="1" type="subTitle"/>
          </p:nvPr>
        </p:nvSpPr>
        <p:spPr>
          <a:xfrm>
            <a:off x="3364475" y="4074425"/>
            <a:ext cx="5557500" cy="38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 sz="1200">
                <a:solidFill>
                  <a:srgbClr val="000000"/>
                </a:solidFill>
              </a:rPr>
              <a:t>Defining the Vision: What the AI Dashboard Will Achieve</a:t>
            </a:r>
            <a:endParaRPr b="1" sz="1300"/>
          </a:p>
        </p:txBody>
      </p:sp>
      <p:sp>
        <p:nvSpPr>
          <p:cNvPr id="249" name="Google Shape;249;p39"/>
          <p:cNvSpPr txBox="1"/>
          <p:nvPr>
            <p:ph type="title"/>
          </p:nvPr>
        </p:nvSpPr>
        <p:spPr>
          <a:xfrm>
            <a:off x="1457025" y="1860925"/>
            <a:ext cx="4732800" cy="86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 sz="2900"/>
              <a:t>Project idea &amp; Objectives</a:t>
            </a:r>
            <a:endParaRPr sz="3900"/>
          </a:p>
        </p:txBody>
      </p:sp>
      <p:sp>
        <p:nvSpPr>
          <p:cNvPr id="250" name="Google Shape;250;p39"/>
          <p:cNvSpPr txBox="1"/>
          <p:nvPr>
            <p:ph idx="2" type="title"/>
          </p:nvPr>
        </p:nvSpPr>
        <p:spPr>
          <a:xfrm>
            <a:off x="779673" y="1910725"/>
            <a:ext cx="778200" cy="76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</a:pPr>
            <a:r>
              <a:rPr lang="en"/>
              <a:t>02</a:t>
            </a:r>
            <a:endParaRPr/>
          </a:p>
        </p:txBody>
      </p:sp>
      <p:grpSp>
        <p:nvGrpSpPr>
          <p:cNvPr id="251" name="Google Shape;251;p39"/>
          <p:cNvGrpSpPr/>
          <p:nvPr/>
        </p:nvGrpSpPr>
        <p:grpSpPr>
          <a:xfrm>
            <a:off x="6386650" y="947025"/>
            <a:ext cx="2107351" cy="265500"/>
            <a:chOff x="6386650" y="947025"/>
            <a:chExt cx="2107351" cy="265500"/>
          </a:xfrm>
        </p:grpSpPr>
        <p:pic>
          <p:nvPicPr>
            <p:cNvPr id="252" name="Google Shape;252;p39" title="Sin título-2.png"/>
            <p:cNvPicPr preferRelativeResize="0"/>
            <p:nvPr/>
          </p:nvPicPr>
          <p:blipFill rotWithShape="1">
            <a:blip r:embed="rId3">
              <a:alphaModFix/>
            </a:blip>
            <a:srcRect b="0" l="71705" r="0" t="0"/>
            <a:stretch/>
          </p:blipFill>
          <p:spPr>
            <a:xfrm>
              <a:off x="6386650" y="947025"/>
              <a:ext cx="2107351" cy="2655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53" name="Google Shape;253;p39" title="Sin título-2.png"/>
            <p:cNvPicPr preferRelativeResize="0"/>
            <p:nvPr/>
          </p:nvPicPr>
          <p:blipFill rotWithShape="1">
            <a:blip r:embed="rId3">
              <a:alphaModFix/>
            </a:blip>
            <a:srcRect b="0" l="71705" r="0" t="0"/>
            <a:stretch/>
          </p:blipFill>
          <p:spPr>
            <a:xfrm>
              <a:off x="6386650" y="947025"/>
              <a:ext cx="2107351" cy="265500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254" name="Google Shape;254;p39" title="boliviainteligente-qgp4rcVoeWg-unsplash.jpg"/>
          <p:cNvPicPr preferRelativeResize="0"/>
          <p:nvPr>
            <p:ph idx="3" type="pic"/>
          </p:nvPr>
        </p:nvPicPr>
        <p:blipFill rotWithShape="1">
          <a:blip r:embed="rId4">
            <a:alphaModFix/>
          </a:blip>
          <a:srcRect b="0" l="18913" r="18913" t="0"/>
          <a:stretch/>
        </p:blipFill>
        <p:spPr>
          <a:xfrm>
            <a:off x="6411950" y="1212525"/>
            <a:ext cx="2056750" cy="2067600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40"/>
          <p:cNvSpPr txBox="1"/>
          <p:nvPr>
            <p:ph type="title"/>
          </p:nvPr>
        </p:nvSpPr>
        <p:spPr>
          <a:xfrm>
            <a:off x="679225" y="794675"/>
            <a:ext cx="7866600" cy="69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Research Question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/>
          </a:p>
        </p:txBody>
      </p:sp>
      <p:sp>
        <p:nvSpPr>
          <p:cNvPr id="260" name="Google Shape;260;p40"/>
          <p:cNvSpPr txBox="1"/>
          <p:nvPr>
            <p:ph idx="1" type="subTitle"/>
          </p:nvPr>
        </p:nvSpPr>
        <p:spPr>
          <a:xfrm>
            <a:off x="991100" y="2092000"/>
            <a:ext cx="6918600" cy="142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202124"/>
                </a:solidFill>
                <a:highlight>
                  <a:srgbClr val="FFFFFF"/>
                </a:highlight>
              </a:rPr>
              <a:t>What are the actual measurable effects of AI on:</a:t>
            </a:r>
            <a:endParaRPr b="1" sz="1300">
              <a:solidFill>
                <a:srgbClr val="202124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202124"/>
                </a:solidFill>
                <a:highlight>
                  <a:srgbClr val="FFFFFF"/>
                </a:highlight>
              </a:rPr>
              <a:t>→ Job creation vs job displacement</a:t>
            </a:r>
            <a:endParaRPr b="1" sz="1300">
              <a:solidFill>
                <a:srgbClr val="202124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202124"/>
                </a:solidFill>
                <a:highlight>
                  <a:srgbClr val="FFFFFF"/>
                </a:highlight>
              </a:rPr>
              <a:t>→ Automation risk and productivity</a:t>
            </a:r>
            <a:endParaRPr b="1" sz="1300">
              <a:solidFill>
                <a:srgbClr val="202124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202124"/>
                </a:solidFill>
                <a:highlight>
                  <a:srgbClr val="FFFFFF"/>
                </a:highlight>
              </a:rPr>
              <a:t>→ Skill requirements and career progression</a:t>
            </a:r>
            <a:endParaRPr b="1" sz="1300">
              <a:solidFill>
                <a:srgbClr val="202124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 sz="1300">
                <a:solidFill>
                  <a:srgbClr val="202124"/>
                </a:solidFill>
                <a:highlight>
                  <a:srgbClr val="FFFFFF"/>
                </a:highlight>
              </a:rPr>
              <a:t>→ Business performance and employment growth?</a:t>
            </a:r>
            <a:endParaRPr b="1" sz="12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41"/>
          <p:cNvSpPr txBox="1"/>
          <p:nvPr>
            <p:ph type="title"/>
          </p:nvPr>
        </p:nvSpPr>
        <p:spPr>
          <a:xfrm>
            <a:off x="679225" y="794675"/>
            <a:ext cx="7866600" cy="69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Why this matters?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/>
          </a:p>
        </p:txBody>
      </p:sp>
      <p:sp>
        <p:nvSpPr>
          <p:cNvPr id="266" name="Google Shape;266;p41"/>
          <p:cNvSpPr txBox="1"/>
          <p:nvPr>
            <p:ph idx="1" type="subTitle"/>
          </p:nvPr>
        </p:nvSpPr>
        <p:spPr>
          <a:xfrm>
            <a:off x="1211125" y="1853625"/>
            <a:ext cx="6918600" cy="25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" sz="1200">
                <a:solidFill>
                  <a:srgbClr val="000000"/>
                </a:solidFill>
              </a:rPr>
              <a:t>Everyone says “AI will change everything” — but by how much, where, and for whom?</a:t>
            </a:r>
            <a:endParaRPr b="1" sz="12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00"/>
                </a:solidFill>
              </a:rPr>
              <a:t>This dashboard uses real-world data to move the conversation from fear and hype to facts.</a:t>
            </a:r>
            <a:endParaRPr b="1" sz="12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rPr b="1" lang="en" sz="1500" u="sng">
                <a:solidFill>
                  <a:srgbClr val="000000"/>
                </a:solidFill>
              </a:rPr>
              <a:t>Objective of this capstone project</a:t>
            </a:r>
            <a:endParaRPr b="1" sz="1500" u="sng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 sz="1200">
                <a:solidFill>
                  <a:srgbClr val="000000"/>
                </a:solidFill>
              </a:rPr>
              <a:t>Build a fully interactive Power BI dashboard that quantifies the short- and medium-term effects of AI across millions of jobs and thousands of companies.</a:t>
            </a:r>
            <a:endParaRPr b="1" sz="15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42"/>
          <p:cNvSpPr txBox="1"/>
          <p:nvPr>
            <p:ph idx="1" type="subTitle"/>
          </p:nvPr>
        </p:nvSpPr>
        <p:spPr>
          <a:xfrm>
            <a:off x="3465325" y="4083625"/>
            <a:ext cx="5174400" cy="3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 sz="1200"/>
              <a:t>From Concept to Curation: The Development Lifecycle</a:t>
            </a:r>
            <a:endParaRPr b="1" sz="1200"/>
          </a:p>
        </p:txBody>
      </p:sp>
      <p:sp>
        <p:nvSpPr>
          <p:cNvPr id="272" name="Google Shape;272;p42"/>
          <p:cNvSpPr txBox="1"/>
          <p:nvPr>
            <p:ph type="title"/>
          </p:nvPr>
        </p:nvSpPr>
        <p:spPr>
          <a:xfrm>
            <a:off x="1457025" y="1860925"/>
            <a:ext cx="4732800" cy="86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 sz="3300"/>
              <a:t>Process of development</a:t>
            </a:r>
            <a:endParaRPr sz="3300"/>
          </a:p>
        </p:txBody>
      </p:sp>
      <p:sp>
        <p:nvSpPr>
          <p:cNvPr id="273" name="Google Shape;273;p42"/>
          <p:cNvSpPr txBox="1"/>
          <p:nvPr>
            <p:ph idx="2" type="title"/>
          </p:nvPr>
        </p:nvSpPr>
        <p:spPr>
          <a:xfrm>
            <a:off x="779673" y="1910725"/>
            <a:ext cx="778200" cy="76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</a:pPr>
            <a:r>
              <a:rPr lang="en"/>
              <a:t>03</a:t>
            </a:r>
            <a:endParaRPr/>
          </a:p>
        </p:txBody>
      </p:sp>
      <p:grpSp>
        <p:nvGrpSpPr>
          <p:cNvPr id="274" name="Google Shape;274;p42"/>
          <p:cNvGrpSpPr/>
          <p:nvPr/>
        </p:nvGrpSpPr>
        <p:grpSpPr>
          <a:xfrm>
            <a:off x="6386650" y="947025"/>
            <a:ext cx="2107351" cy="265500"/>
            <a:chOff x="6386650" y="947025"/>
            <a:chExt cx="2107351" cy="265500"/>
          </a:xfrm>
        </p:grpSpPr>
        <p:pic>
          <p:nvPicPr>
            <p:cNvPr id="275" name="Google Shape;275;p42" title="Sin título-2.png"/>
            <p:cNvPicPr preferRelativeResize="0"/>
            <p:nvPr/>
          </p:nvPicPr>
          <p:blipFill rotWithShape="1">
            <a:blip r:embed="rId3">
              <a:alphaModFix/>
            </a:blip>
            <a:srcRect b="0" l="71705" r="0" t="0"/>
            <a:stretch/>
          </p:blipFill>
          <p:spPr>
            <a:xfrm>
              <a:off x="6386650" y="947025"/>
              <a:ext cx="2107351" cy="2655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76" name="Google Shape;276;p42" title="Sin título-2.png"/>
            <p:cNvPicPr preferRelativeResize="0"/>
            <p:nvPr/>
          </p:nvPicPr>
          <p:blipFill rotWithShape="1">
            <a:blip r:embed="rId3">
              <a:alphaModFix/>
            </a:blip>
            <a:srcRect b="0" l="71705" r="0" t="0"/>
            <a:stretch/>
          </p:blipFill>
          <p:spPr>
            <a:xfrm>
              <a:off x="6386650" y="947025"/>
              <a:ext cx="2107351" cy="265500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277" name="Google Shape;277;p42" title="cash-macanaya-X9Cemmq4YjM-unsplash.jpg"/>
          <p:cNvPicPr preferRelativeResize="0"/>
          <p:nvPr>
            <p:ph idx="3" type="pic"/>
          </p:nvPr>
        </p:nvPicPr>
        <p:blipFill rotWithShape="1">
          <a:blip r:embed="rId4">
            <a:alphaModFix/>
          </a:blip>
          <a:srcRect b="9981" l="0" r="0" t="9973"/>
          <a:stretch/>
        </p:blipFill>
        <p:spPr>
          <a:xfrm>
            <a:off x="6407375" y="1212525"/>
            <a:ext cx="2065899" cy="2067599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43"/>
          <p:cNvSpPr txBox="1"/>
          <p:nvPr>
            <p:ph idx="6" type="title"/>
          </p:nvPr>
        </p:nvSpPr>
        <p:spPr>
          <a:xfrm>
            <a:off x="497725" y="726300"/>
            <a:ext cx="8249700" cy="49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lang="en"/>
              <a:t>The </a:t>
            </a:r>
            <a:r>
              <a:rPr lang="en"/>
              <a:t>development</a:t>
            </a:r>
            <a:r>
              <a:rPr lang="en"/>
              <a:t> process</a:t>
            </a:r>
            <a:endParaRPr/>
          </a:p>
        </p:txBody>
      </p:sp>
      <p:sp>
        <p:nvSpPr>
          <p:cNvPr id="283" name="Google Shape;283;p43"/>
          <p:cNvSpPr txBox="1"/>
          <p:nvPr>
            <p:ph idx="1" type="subTitle"/>
          </p:nvPr>
        </p:nvSpPr>
        <p:spPr>
          <a:xfrm>
            <a:off x="5046300" y="1945472"/>
            <a:ext cx="2599200" cy="81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" sz="1100">
                <a:solidFill>
                  <a:srgbClr val="000000"/>
                </a:solidFill>
              </a:rPr>
              <a:t>Cleaned and transformed data </a:t>
            </a:r>
            <a:r>
              <a:rPr b="1" lang="en" sz="1100">
                <a:solidFill>
                  <a:srgbClr val="000000"/>
                </a:solidFill>
              </a:rPr>
              <a:t>using Power Query.</a:t>
            </a:r>
            <a:endParaRPr b="1" sz="1100"/>
          </a:p>
        </p:txBody>
      </p:sp>
      <p:sp>
        <p:nvSpPr>
          <p:cNvPr id="284" name="Google Shape;284;p43"/>
          <p:cNvSpPr txBox="1"/>
          <p:nvPr>
            <p:ph idx="2" type="subTitle"/>
          </p:nvPr>
        </p:nvSpPr>
        <p:spPr>
          <a:xfrm>
            <a:off x="952950" y="2040105"/>
            <a:ext cx="2515800" cy="39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" sz="1100">
                <a:solidFill>
                  <a:srgbClr val="000000"/>
                </a:solidFill>
              </a:rPr>
              <a:t>Using AI Models.</a:t>
            </a:r>
            <a:endParaRPr b="1" sz="1100"/>
          </a:p>
        </p:txBody>
      </p:sp>
      <p:sp>
        <p:nvSpPr>
          <p:cNvPr id="285" name="Google Shape;285;p43"/>
          <p:cNvSpPr txBox="1"/>
          <p:nvPr>
            <p:ph type="title"/>
          </p:nvPr>
        </p:nvSpPr>
        <p:spPr>
          <a:xfrm>
            <a:off x="5045650" y="1532825"/>
            <a:ext cx="24123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/>
              <a:t>02 </a:t>
            </a:r>
            <a:r>
              <a:rPr lang="en" sz="1900"/>
              <a:t>Preparation</a:t>
            </a:r>
            <a:endParaRPr sz="1900"/>
          </a:p>
        </p:txBody>
      </p:sp>
      <p:sp>
        <p:nvSpPr>
          <p:cNvPr id="286" name="Google Shape;286;p43"/>
          <p:cNvSpPr txBox="1"/>
          <p:nvPr>
            <p:ph idx="4" type="title"/>
          </p:nvPr>
        </p:nvSpPr>
        <p:spPr>
          <a:xfrm>
            <a:off x="952942" y="1627613"/>
            <a:ext cx="20574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/>
              <a:t>01 </a:t>
            </a:r>
            <a:r>
              <a:rPr lang="en" sz="1900"/>
              <a:t>Sourcing </a:t>
            </a:r>
            <a:endParaRPr sz="3100"/>
          </a:p>
        </p:txBody>
      </p:sp>
      <p:sp>
        <p:nvSpPr>
          <p:cNvPr id="287" name="Google Shape;287;p43"/>
          <p:cNvSpPr txBox="1"/>
          <p:nvPr>
            <p:ph idx="2" type="subTitle"/>
          </p:nvPr>
        </p:nvSpPr>
        <p:spPr>
          <a:xfrm>
            <a:off x="5088000" y="3272072"/>
            <a:ext cx="2515800" cy="81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" sz="1100">
                <a:solidFill>
                  <a:srgbClr val="000000"/>
                </a:solidFill>
              </a:rPr>
              <a:t>Finalized project reporting in Microsoft Word. </a:t>
            </a:r>
            <a:endParaRPr b="1" sz="1100"/>
          </a:p>
        </p:txBody>
      </p:sp>
      <p:sp>
        <p:nvSpPr>
          <p:cNvPr id="288" name="Google Shape;288;p43"/>
          <p:cNvSpPr txBox="1"/>
          <p:nvPr>
            <p:ph idx="4" type="title"/>
          </p:nvPr>
        </p:nvSpPr>
        <p:spPr>
          <a:xfrm>
            <a:off x="5087992" y="2859425"/>
            <a:ext cx="20574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 sz="1900"/>
              <a:t>04 Final stage </a:t>
            </a:r>
            <a:endParaRPr sz="1900"/>
          </a:p>
        </p:txBody>
      </p:sp>
      <p:sp>
        <p:nvSpPr>
          <p:cNvPr id="289" name="Google Shape;289;p43"/>
          <p:cNvSpPr txBox="1"/>
          <p:nvPr>
            <p:ph idx="3" type="subTitle"/>
          </p:nvPr>
        </p:nvSpPr>
        <p:spPr>
          <a:xfrm>
            <a:off x="911250" y="3264850"/>
            <a:ext cx="2599200" cy="81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" sz="1100">
                <a:solidFill>
                  <a:srgbClr val="000000"/>
                </a:solidFill>
              </a:rPr>
              <a:t>Built the data model and visualized insights in Power BI.</a:t>
            </a:r>
            <a:endParaRPr b="1" sz="1100"/>
          </a:p>
        </p:txBody>
      </p:sp>
      <p:sp>
        <p:nvSpPr>
          <p:cNvPr id="290" name="Google Shape;290;p43"/>
          <p:cNvSpPr txBox="1"/>
          <p:nvPr>
            <p:ph idx="5" type="title"/>
          </p:nvPr>
        </p:nvSpPr>
        <p:spPr>
          <a:xfrm>
            <a:off x="911301" y="2852200"/>
            <a:ext cx="17982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/>
              <a:t>03 </a:t>
            </a:r>
            <a:r>
              <a:rPr lang="en" sz="1900"/>
              <a:t>Analysis</a:t>
            </a:r>
            <a:endParaRPr sz="19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44"/>
          <p:cNvSpPr txBox="1"/>
          <p:nvPr>
            <p:ph idx="6" type="title"/>
          </p:nvPr>
        </p:nvSpPr>
        <p:spPr>
          <a:xfrm>
            <a:off x="447150" y="39125"/>
            <a:ext cx="2341200" cy="49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lang="en" sz="2500">
                <a:solidFill>
                  <a:schemeClr val="accent6"/>
                </a:solidFill>
              </a:rPr>
              <a:t>power query</a:t>
            </a:r>
            <a:endParaRPr sz="1500">
              <a:solidFill>
                <a:schemeClr val="accent6"/>
              </a:solidFill>
            </a:endParaRPr>
          </a:p>
        </p:txBody>
      </p:sp>
      <p:pic>
        <p:nvPicPr>
          <p:cNvPr id="296" name="Google Shape;296;p44" title="IMG-20251126-WA0067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16200" y="835267"/>
            <a:ext cx="4551926" cy="2421759"/>
          </a:xfrm>
          <a:prstGeom prst="rect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297" name="Google Shape;297;p44" title="IMG-20251126-WA0068.jp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02225" y="1762962"/>
            <a:ext cx="4551926" cy="2414650"/>
          </a:xfrm>
          <a:prstGeom prst="rect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298" name="Google Shape;298;p44" title="IMG-20251126-WA0069.jp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925200" y="2315025"/>
            <a:ext cx="4358899" cy="2319076"/>
          </a:xfrm>
          <a:prstGeom prst="rect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45"/>
          <p:cNvSpPr txBox="1"/>
          <p:nvPr>
            <p:ph idx="6" type="title"/>
          </p:nvPr>
        </p:nvSpPr>
        <p:spPr>
          <a:xfrm>
            <a:off x="447150" y="75350"/>
            <a:ext cx="2341200" cy="49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lang="en" sz="2200">
                <a:solidFill>
                  <a:schemeClr val="accent6"/>
                </a:solidFill>
              </a:rPr>
              <a:t>Data Model</a:t>
            </a:r>
            <a:endParaRPr sz="2200">
              <a:solidFill>
                <a:schemeClr val="accent6"/>
              </a:solidFill>
            </a:endParaRPr>
          </a:p>
        </p:txBody>
      </p:sp>
      <p:pic>
        <p:nvPicPr>
          <p:cNvPr id="304" name="Google Shape;304;p45" title="Screenshot 2025-11-26 210420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0875" y="777375"/>
            <a:ext cx="7218426" cy="3956075"/>
          </a:xfrm>
          <a:prstGeom prst="rect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46"/>
          <p:cNvSpPr txBox="1"/>
          <p:nvPr>
            <p:ph idx="6" type="title"/>
          </p:nvPr>
        </p:nvSpPr>
        <p:spPr>
          <a:xfrm>
            <a:off x="447150" y="39125"/>
            <a:ext cx="2341200" cy="49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lang="en" sz="2500">
                <a:solidFill>
                  <a:schemeClr val="accent6"/>
                </a:solidFill>
              </a:rPr>
              <a:t>Measures </a:t>
            </a:r>
            <a:endParaRPr sz="1500">
              <a:solidFill>
                <a:schemeClr val="accent6"/>
              </a:solidFill>
            </a:endParaRPr>
          </a:p>
        </p:txBody>
      </p:sp>
      <p:pic>
        <p:nvPicPr>
          <p:cNvPr id="310" name="Google Shape;310;p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45100" y="985900"/>
            <a:ext cx="2736725" cy="3461450"/>
          </a:xfrm>
          <a:prstGeom prst="rect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311" name="Google Shape;311;p4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067501" y="1496800"/>
            <a:ext cx="2888653" cy="3170800"/>
          </a:xfrm>
          <a:prstGeom prst="rect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47"/>
          <p:cNvSpPr txBox="1"/>
          <p:nvPr>
            <p:ph type="title"/>
          </p:nvPr>
        </p:nvSpPr>
        <p:spPr>
          <a:xfrm>
            <a:off x="341850" y="836425"/>
            <a:ext cx="84603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lang="en"/>
              <a:t>Timeline</a:t>
            </a:r>
            <a:endParaRPr/>
          </a:p>
        </p:txBody>
      </p:sp>
      <p:sp>
        <p:nvSpPr>
          <p:cNvPr id="317" name="Google Shape;317;p47"/>
          <p:cNvSpPr txBox="1"/>
          <p:nvPr/>
        </p:nvSpPr>
        <p:spPr>
          <a:xfrm>
            <a:off x="333048" y="2293025"/>
            <a:ext cx="18444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2300">
                <a:solidFill>
                  <a:schemeClr val="dk2"/>
                </a:solidFill>
                <a:latin typeface="VT323"/>
                <a:ea typeface="VT323"/>
                <a:cs typeface="VT323"/>
                <a:sym typeface="VT323"/>
              </a:rPr>
              <a:t>Week 1–2</a:t>
            </a:r>
            <a:endParaRPr sz="2300">
              <a:solidFill>
                <a:schemeClr val="dk2"/>
              </a:solidFill>
              <a:latin typeface="VT323"/>
              <a:ea typeface="VT323"/>
              <a:cs typeface="VT323"/>
              <a:sym typeface="VT323"/>
            </a:endParaRPr>
          </a:p>
        </p:txBody>
      </p:sp>
      <p:sp>
        <p:nvSpPr>
          <p:cNvPr id="318" name="Google Shape;318;p47"/>
          <p:cNvSpPr txBox="1"/>
          <p:nvPr/>
        </p:nvSpPr>
        <p:spPr>
          <a:xfrm>
            <a:off x="333050" y="2956375"/>
            <a:ext cx="1382400" cy="69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 sz="11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Research question + public dataset collection</a:t>
            </a:r>
            <a:endParaRPr b="1" sz="11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319" name="Google Shape;319;p47"/>
          <p:cNvSpPr txBox="1"/>
          <p:nvPr/>
        </p:nvSpPr>
        <p:spPr>
          <a:xfrm>
            <a:off x="1818975" y="2300150"/>
            <a:ext cx="11343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2300">
                <a:solidFill>
                  <a:schemeClr val="dk2"/>
                </a:solidFill>
                <a:latin typeface="VT323"/>
                <a:ea typeface="VT323"/>
                <a:cs typeface="VT323"/>
                <a:sym typeface="VT323"/>
              </a:rPr>
              <a:t>Week 3–4</a:t>
            </a:r>
            <a:endParaRPr sz="2300">
              <a:solidFill>
                <a:schemeClr val="dk2"/>
              </a:solidFill>
              <a:latin typeface="VT323"/>
              <a:ea typeface="VT323"/>
              <a:cs typeface="VT323"/>
              <a:sym typeface="VT323"/>
            </a:endParaRPr>
          </a:p>
        </p:txBody>
      </p:sp>
      <p:sp>
        <p:nvSpPr>
          <p:cNvPr id="320" name="Google Shape;320;p47"/>
          <p:cNvSpPr txBox="1"/>
          <p:nvPr/>
        </p:nvSpPr>
        <p:spPr>
          <a:xfrm>
            <a:off x="1905225" y="2956375"/>
            <a:ext cx="1203600" cy="107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 sz="11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Data cleaning &amp; modeling (14 tables)</a:t>
            </a:r>
            <a:endParaRPr b="1" sz="11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321" name="Google Shape;321;p47"/>
          <p:cNvSpPr txBox="1"/>
          <p:nvPr/>
        </p:nvSpPr>
        <p:spPr>
          <a:xfrm>
            <a:off x="4635688" y="2322950"/>
            <a:ext cx="9558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2300">
                <a:solidFill>
                  <a:schemeClr val="dk2"/>
                </a:solidFill>
                <a:latin typeface="VT323"/>
                <a:ea typeface="VT323"/>
                <a:cs typeface="VT323"/>
                <a:sym typeface="VT323"/>
              </a:rPr>
              <a:t>Week 7</a:t>
            </a:r>
            <a:endParaRPr sz="2300">
              <a:solidFill>
                <a:schemeClr val="dk2"/>
              </a:solidFill>
              <a:latin typeface="VT323"/>
              <a:ea typeface="VT323"/>
              <a:cs typeface="VT323"/>
              <a:sym typeface="VT323"/>
            </a:endParaRPr>
          </a:p>
        </p:txBody>
      </p:sp>
      <p:sp>
        <p:nvSpPr>
          <p:cNvPr id="322" name="Google Shape;322;p47"/>
          <p:cNvSpPr txBox="1"/>
          <p:nvPr/>
        </p:nvSpPr>
        <p:spPr>
          <a:xfrm>
            <a:off x="6174125" y="2897075"/>
            <a:ext cx="1382400" cy="107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 sz="11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Final documentation</a:t>
            </a:r>
            <a:endParaRPr b="1" sz="11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323" name="Google Shape;323;p47"/>
          <p:cNvSpPr txBox="1"/>
          <p:nvPr/>
        </p:nvSpPr>
        <p:spPr>
          <a:xfrm>
            <a:off x="3108872" y="2300163"/>
            <a:ext cx="11343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2300">
                <a:solidFill>
                  <a:schemeClr val="dk2"/>
                </a:solidFill>
                <a:latin typeface="VT323"/>
                <a:ea typeface="VT323"/>
                <a:cs typeface="VT323"/>
                <a:sym typeface="VT323"/>
              </a:rPr>
              <a:t>Week 5–6</a:t>
            </a:r>
            <a:endParaRPr sz="2300">
              <a:solidFill>
                <a:schemeClr val="dk2"/>
              </a:solidFill>
              <a:latin typeface="VT323"/>
              <a:ea typeface="VT323"/>
              <a:cs typeface="VT323"/>
              <a:sym typeface="VT323"/>
            </a:endParaRPr>
          </a:p>
        </p:txBody>
      </p:sp>
      <p:sp>
        <p:nvSpPr>
          <p:cNvPr id="324" name="Google Shape;324;p47"/>
          <p:cNvSpPr txBox="1"/>
          <p:nvPr/>
        </p:nvSpPr>
        <p:spPr>
          <a:xfrm>
            <a:off x="3271800" y="2897075"/>
            <a:ext cx="1300200" cy="107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Visual design + interactivity + 4 tabs</a:t>
            </a:r>
            <a:endParaRPr b="1" sz="11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sz="11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grpSp>
        <p:nvGrpSpPr>
          <p:cNvPr id="325" name="Google Shape;325;p47"/>
          <p:cNvGrpSpPr/>
          <p:nvPr/>
        </p:nvGrpSpPr>
        <p:grpSpPr>
          <a:xfrm>
            <a:off x="457209" y="1959034"/>
            <a:ext cx="257270" cy="265503"/>
            <a:chOff x="3526100" y="1307775"/>
            <a:chExt cx="318285" cy="328470"/>
          </a:xfrm>
        </p:grpSpPr>
        <p:sp>
          <p:nvSpPr>
            <p:cNvPr id="326" name="Google Shape;326;p47"/>
            <p:cNvSpPr/>
            <p:nvPr/>
          </p:nvSpPr>
          <p:spPr>
            <a:xfrm>
              <a:off x="3536285" y="1328145"/>
              <a:ext cx="308100" cy="3081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</p:txBody>
        </p:sp>
        <p:sp>
          <p:nvSpPr>
            <p:cNvPr id="327" name="Google Shape;327;p47"/>
            <p:cNvSpPr/>
            <p:nvPr/>
          </p:nvSpPr>
          <p:spPr>
            <a:xfrm>
              <a:off x="3526100" y="1307775"/>
              <a:ext cx="308100" cy="3081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</p:txBody>
        </p:sp>
      </p:grpSp>
      <p:grpSp>
        <p:nvGrpSpPr>
          <p:cNvPr id="328" name="Google Shape;328;p47"/>
          <p:cNvGrpSpPr/>
          <p:nvPr/>
        </p:nvGrpSpPr>
        <p:grpSpPr>
          <a:xfrm>
            <a:off x="1963106" y="1911831"/>
            <a:ext cx="257270" cy="265502"/>
            <a:chOff x="3526100" y="1307775"/>
            <a:chExt cx="318285" cy="328470"/>
          </a:xfrm>
        </p:grpSpPr>
        <p:sp>
          <p:nvSpPr>
            <p:cNvPr id="329" name="Google Shape;329;p47"/>
            <p:cNvSpPr/>
            <p:nvPr/>
          </p:nvSpPr>
          <p:spPr>
            <a:xfrm>
              <a:off x="3536285" y="1328145"/>
              <a:ext cx="308100" cy="3081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</p:txBody>
        </p:sp>
        <p:sp>
          <p:nvSpPr>
            <p:cNvPr id="330" name="Google Shape;330;p47"/>
            <p:cNvSpPr/>
            <p:nvPr/>
          </p:nvSpPr>
          <p:spPr>
            <a:xfrm>
              <a:off x="3526100" y="1307775"/>
              <a:ext cx="308100" cy="3081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</p:txBody>
        </p:sp>
      </p:grpSp>
      <p:grpSp>
        <p:nvGrpSpPr>
          <p:cNvPr id="331" name="Google Shape;331;p47"/>
          <p:cNvGrpSpPr/>
          <p:nvPr/>
        </p:nvGrpSpPr>
        <p:grpSpPr>
          <a:xfrm>
            <a:off x="3469006" y="1867331"/>
            <a:ext cx="257270" cy="265502"/>
            <a:chOff x="3526100" y="1307775"/>
            <a:chExt cx="318285" cy="328470"/>
          </a:xfrm>
        </p:grpSpPr>
        <p:sp>
          <p:nvSpPr>
            <p:cNvPr id="332" name="Google Shape;332;p47"/>
            <p:cNvSpPr/>
            <p:nvPr/>
          </p:nvSpPr>
          <p:spPr>
            <a:xfrm>
              <a:off x="3536285" y="1328145"/>
              <a:ext cx="308100" cy="3081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</p:txBody>
        </p:sp>
        <p:sp>
          <p:nvSpPr>
            <p:cNvPr id="333" name="Google Shape;333;p47"/>
            <p:cNvSpPr/>
            <p:nvPr/>
          </p:nvSpPr>
          <p:spPr>
            <a:xfrm>
              <a:off x="3526100" y="1307775"/>
              <a:ext cx="308100" cy="3081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</p:txBody>
        </p:sp>
      </p:grpSp>
      <p:grpSp>
        <p:nvGrpSpPr>
          <p:cNvPr id="334" name="Google Shape;334;p47"/>
          <p:cNvGrpSpPr/>
          <p:nvPr/>
        </p:nvGrpSpPr>
        <p:grpSpPr>
          <a:xfrm>
            <a:off x="4984956" y="1867331"/>
            <a:ext cx="257270" cy="265502"/>
            <a:chOff x="3526100" y="1307775"/>
            <a:chExt cx="318285" cy="328470"/>
          </a:xfrm>
        </p:grpSpPr>
        <p:sp>
          <p:nvSpPr>
            <p:cNvPr id="335" name="Google Shape;335;p47"/>
            <p:cNvSpPr/>
            <p:nvPr/>
          </p:nvSpPr>
          <p:spPr>
            <a:xfrm>
              <a:off x="3536285" y="1328145"/>
              <a:ext cx="308100" cy="3081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</p:txBody>
        </p:sp>
        <p:sp>
          <p:nvSpPr>
            <p:cNvPr id="336" name="Google Shape;336;p47"/>
            <p:cNvSpPr/>
            <p:nvPr/>
          </p:nvSpPr>
          <p:spPr>
            <a:xfrm>
              <a:off x="3526100" y="1307775"/>
              <a:ext cx="308100" cy="3081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</p:txBody>
        </p:sp>
      </p:grpSp>
      <p:cxnSp>
        <p:nvCxnSpPr>
          <p:cNvPr id="337" name="Google Shape;337;p47"/>
          <p:cNvCxnSpPr/>
          <p:nvPr/>
        </p:nvCxnSpPr>
        <p:spPr>
          <a:xfrm flipH="1" rot="10800000">
            <a:off x="706106" y="2073950"/>
            <a:ext cx="1257000" cy="9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38" name="Google Shape;338;p47"/>
          <p:cNvCxnSpPr/>
          <p:nvPr/>
        </p:nvCxnSpPr>
        <p:spPr>
          <a:xfrm flipH="1" rot="10800000">
            <a:off x="2220381" y="2039775"/>
            <a:ext cx="1257000" cy="9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39" name="Google Shape;339;p47"/>
          <p:cNvCxnSpPr/>
          <p:nvPr/>
        </p:nvCxnSpPr>
        <p:spPr>
          <a:xfrm flipH="1" rot="10800000">
            <a:off x="3726269" y="1995275"/>
            <a:ext cx="1257000" cy="9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40" name="Google Shape;340;p47"/>
          <p:cNvCxnSpPr/>
          <p:nvPr/>
        </p:nvCxnSpPr>
        <p:spPr>
          <a:xfrm flipH="1" rot="10800000">
            <a:off x="5243894" y="1995287"/>
            <a:ext cx="1257000" cy="9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341" name="Google Shape;341;p47"/>
          <p:cNvGrpSpPr/>
          <p:nvPr/>
        </p:nvGrpSpPr>
        <p:grpSpPr>
          <a:xfrm>
            <a:off x="6500906" y="1867331"/>
            <a:ext cx="257270" cy="265502"/>
            <a:chOff x="3526100" y="1307775"/>
            <a:chExt cx="318285" cy="328470"/>
          </a:xfrm>
        </p:grpSpPr>
        <p:sp>
          <p:nvSpPr>
            <p:cNvPr id="342" name="Google Shape;342;p47"/>
            <p:cNvSpPr/>
            <p:nvPr/>
          </p:nvSpPr>
          <p:spPr>
            <a:xfrm>
              <a:off x="3536285" y="1328145"/>
              <a:ext cx="308100" cy="3081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</p:txBody>
        </p:sp>
        <p:sp>
          <p:nvSpPr>
            <p:cNvPr id="343" name="Google Shape;343;p47"/>
            <p:cNvSpPr/>
            <p:nvPr/>
          </p:nvSpPr>
          <p:spPr>
            <a:xfrm>
              <a:off x="3526100" y="1307775"/>
              <a:ext cx="308100" cy="3081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</p:txBody>
        </p:sp>
      </p:grpSp>
      <p:cxnSp>
        <p:nvCxnSpPr>
          <p:cNvPr id="344" name="Google Shape;344;p47"/>
          <p:cNvCxnSpPr/>
          <p:nvPr/>
        </p:nvCxnSpPr>
        <p:spPr>
          <a:xfrm flipH="1" rot="10800000">
            <a:off x="6761519" y="1995287"/>
            <a:ext cx="1257000" cy="9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45" name="Google Shape;345;p47"/>
          <p:cNvSpPr txBox="1"/>
          <p:nvPr/>
        </p:nvSpPr>
        <p:spPr>
          <a:xfrm>
            <a:off x="6101676" y="2293025"/>
            <a:ext cx="9558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2300">
                <a:solidFill>
                  <a:schemeClr val="dk2"/>
                </a:solidFill>
                <a:latin typeface="VT323"/>
                <a:ea typeface="VT323"/>
                <a:cs typeface="VT323"/>
                <a:sym typeface="VT323"/>
              </a:rPr>
              <a:t>Week 8</a:t>
            </a:r>
            <a:endParaRPr sz="2300">
              <a:solidFill>
                <a:schemeClr val="dk2"/>
              </a:solidFill>
              <a:latin typeface="VT323"/>
              <a:ea typeface="VT323"/>
              <a:cs typeface="VT323"/>
              <a:sym typeface="VT323"/>
            </a:endParaRPr>
          </a:p>
        </p:txBody>
      </p:sp>
      <p:sp>
        <p:nvSpPr>
          <p:cNvPr id="346" name="Google Shape;346;p47"/>
          <p:cNvSpPr txBox="1"/>
          <p:nvPr/>
        </p:nvSpPr>
        <p:spPr>
          <a:xfrm>
            <a:off x="4635700" y="2956375"/>
            <a:ext cx="1382400" cy="69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Peer &amp; professor testing</a:t>
            </a:r>
            <a:endParaRPr b="1" sz="11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sz="11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48"/>
          <p:cNvSpPr txBox="1"/>
          <p:nvPr>
            <p:ph idx="1" type="subTitle"/>
          </p:nvPr>
        </p:nvSpPr>
        <p:spPr>
          <a:xfrm>
            <a:off x="3483675" y="4120275"/>
            <a:ext cx="5174400" cy="32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200"/>
              <a:t>Visualizing Real-Time AI Performance and Impact</a:t>
            </a:r>
            <a:endParaRPr b="1" sz="1200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1" sz="1200"/>
          </a:p>
        </p:txBody>
      </p:sp>
      <p:sp>
        <p:nvSpPr>
          <p:cNvPr id="352" name="Google Shape;352;p48"/>
          <p:cNvSpPr txBox="1"/>
          <p:nvPr>
            <p:ph type="title"/>
          </p:nvPr>
        </p:nvSpPr>
        <p:spPr>
          <a:xfrm>
            <a:off x="1557875" y="1860925"/>
            <a:ext cx="4221300" cy="86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Let’s have a look</a:t>
            </a:r>
            <a:endParaRPr sz="4900"/>
          </a:p>
        </p:txBody>
      </p:sp>
      <p:sp>
        <p:nvSpPr>
          <p:cNvPr id="353" name="Google Shape;353;p48"/>
          <p:cNvSpPr txBox="1"/>
          <p:nvPr>
            <p:ph idx="2" type="title"/>
          </p:nvPr>
        </p:nvSpPr>
        <p:spPr>
          <a:xfrm>
            <a:off x="779673" y="1910725"/>
            <a:ext cx="778200" cy="76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</a:pPr>
            <a:r>
              <a:rPr lang="en"/>
              <a:t>04</a:t>
            </a:r>
            <a:endParaRPr/>
          </a:p>
        </p:txBody>
      </p:sp>
      <p:grpSp>
        <p:nvGrpSpPr>
          <p:cNvPr id="354" name="Google Shape;354;p48"/>
          <p:cNvGrpSpPr/>
          <p:nvPr/>
        </p:nvGrpSpPr>
        <p:grpSpPr>
          <a:xfrm>
            <a:off x="6386650" y="947025"/>
            <a:ext cx="2107351" cy="265500"/>
            <a:chOff x="6386650" y="947025"/>
            <a:chExt cx="2107351" cy="265500"/>
          </a:xfrm>
        </p:grpSpPr>
        <p:pic>
          <p:nvPicPr>
            <p:cNvPr id="355" name="Google Shape;355;p48" title="Sin título-2.png"/>
            <p:cNvPicPr preferRelativeResize="0"/>
            <p:nvPr/>
          </p:nvPicPr>
          <p:blipFill rotWithShape="1">
            <a:blip r:embed="rId3">
              <a:alphaModFix/>
            </a:blip>
            <a:srcRect b="0" l="71705" r="0" t="0"/>
            <a:stretch/>
          </p:blipFill>
          <p:spPr>
            <a:xfrm>
              <a:off x="6386650" y="947025"/>
              <a:ext cx="2107351" cy="2655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56" name="Google Shape;356;p48" title="Sin título-2.png"/>
            <p:cNvPicPr preferRelativeResize="0"/>
            <p:nvPr/>
          </p:nvPicPr>
          <p:blipFill rotWithShape="1">
            <a:blip r:embed="rId3">
              <a:alphaModFix/>
            </a:blip>
            <a:srcRect b="0" l="71705" r="0" t="0"/>
            <a:stretch/>
          </p:blipFill>
          <p:spPr>
            <a:xfrm>
              <a:off x="6386650" y="947025"/>
              <a:ext cx="2107351" cy="265500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357" name="Google Shape;357;p48" title="AI Marketing Made Easy! 🚀 (Try MarkWebAI_com Today).jpg"/>
          <p:cNvPicPr preferRelativeResize="0"/>
          <p:nvPr>
            <p:ph idx="3" type="pic"/>
          </p:nvPr>
        </p:nvPicPr>
        <p:blipFill rotWithShape="1">
          <a:blip r:embed="rId4">
            <a:alphaModFix/>
          </a:blip>
          <a:srcRect b="951" l="0" r="0" t="941"/>
          <a:stretch/>
        </p:blipFill>
        <p:spPr>
          <a:xfrm flipH="1">
            <a:off x="6386576" y="1212525"/>
            <a:ext cx="2107499" cy="2067601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49"/>
          <p:cNvSpPr txBox="1"/>
          <p:nvPr>
            <p:ph type="title"/>
          </p:nvPr>
        </p:nvSpPr>
        <p:spPr>
          <a:xfrm>
            <a:off x="341850" y="654800"/>
            <a:ext cx="7704000" cy="60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Recommendations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2600"/>
              <a:buNone/>
            </a:pPr>
            <a:r>
              <a:t/>
            </a:r>
            <a:endParaRPr/>
          </a:p>
        </p:txBody>
      </p:sp>
      <p:sp>
        <p:nvSpPr>
          <p:cNvPr id="363" name="Google Shape;363;p49"/>
          <p:cNvSpPr txBox="1"/>
          <p:nvPr>
            <p:ph type="title"/>
          </p:nvPr>
        </p:nvSpPr>
        <p:spPr>
          <a:xfrm>
            <a:off x="908250" y="2008275"/>
            <a:ext cx="7327500" cy="198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chemeClr val="accent6"/>
                </a:solidFill>
                <a:highlight>
                  <a:schemeClr val="dk2"/>
                </a:highlight>
                <a:latin typeface="Roboto Mono"/>
                <a:ea typeface="Roboto Mono"/>
                <a:cs typeface="Roboto Mono"/>
                <a:sym typeface="Roboto Mono"/>
              </a:rPr>
              <a:t>For students:</a:t>
            </a:r>
            <a:r>
              <a:rPr b="1" lang="en" sz="140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1" lang="en" sz="1400">
                <a:latin typeface="Roboto Mono"/>
                <a:ea typeface="Roboto Mono"/>
                <a:cs typeface="Roboto Mono"/>
                <a:sym typeface="Roboto Mono"/>
              </a:rPr>
              <a:t>Focus on tech skills, projects, and certifications</a:t>
            </a:r>
            <a:endParaRPr b="1" sz="14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chemeClr val="accent6"/>
                </a:solidFill>
                <a:highlight>
                  <a:schemeClr val="dk2"/>
                </a:highlight>
                <a:latin typeface="Roboto Mono"/>
                <a:ea typeface="Roboto Mono"/>
                <a:cs typeface="Roboto Mono"/>
                <a:sym typeface="Roboto Mono"/>
              </a:rPr>
              <a:t>For universities:</a:t>
            </a:r>
            <a:r>
              <a:rPr b="1" lang="en" sz="1400">
                <a:latin typeface="Roboto Mono"/>
                <a:ea typeface="Roboto Mono"/>
                <a:cs typeface="Roboto Mono"/>
                <a:sym typeface="Roboto Mono"/>
              </a:rPr>
              <a:t> Teach AI-augmented versions of every subject</a:t>
            </a:r>
            <a:endParaRPr b="1" sz="14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 sz="1400">
                <a:solidFill>
                  <a:schemeClr val="accent6"/>
                </a:solidFill>
                <a:highlight>
                  <a:schemeClr val="dk2"/>
                </a:highlight>
                <a:latin typeface="Roboto Mono"/>
                <a:ea typeface="Roboto Mono"/>
                <a:cs typeface="Roboto Mono"/>
                <a:sym typeface="Roboto Mono"/>
              </a:rPr>
              <a:t>For policymakers:</a:t>
            </a:r>
            <a:r>
              <a:rPr b="1" lang="en" sz="1400">
                <a:latin typeface="Roboto Mono"/>
                <a:ea typeface="Roboto Mono"/>
                <a:cs typeface="Roboto Mono"/>
                <a:sym typeface="Roboto Mono"/>
              </a:rPr>
              <a:t> Support reskilling in high-emergence fields (Technology, Service Design, AI literacy)</a:t>
            </a:r>
            <a:endParaRPr b="1" sz="1400"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50"/>
          <p:cNvSpPr txBox="1"/>
          <p:nvPr>
            <p:ph type="title"/>
          </p:nvPr>
        </p:nvSpPr>
        <p:spPr>
          <a:xfrm>
            <a:off x="2213250" y="2289750"/>
            <a:ext cx="4717500" cy="56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</a:pPr>
            <a:r>
              <a:rPr lang="en" sz="8800"/>
              <a:t>Thank you</a:t>
            </a:r>
            <a:endParaRPr sz="88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My Presentation Template">
  <a:themeElements>
    <a:clrScheme name="Simple Light">
      <a:dk1>
        <a:srgbClr val="191919"/>
      </a:dk1>
      <a:lt1>
        <a:srgbClr val="EFEFEF"/>
      </a:lt1>
      <a:dk2>
        <a:srgbClr val="707070"/>
      </a:dk2>
      <a:lt2>
        <a:srgbClr val="C1C1BF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191919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